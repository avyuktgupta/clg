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MongoDB CRUD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5F5F"/>
                </a:solidFill>
              </a:defRPr>
            </a:pPr>
            <a:r>
              <a:t>Insert, Find, Update, Delete, Projections &amp; Embedded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CRUD = Create, Read, Update, Delete.</a:t>
            </a:r>
          </a:p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MongoDB stores data as BSON documents inside collections.</a:t>
            </a:r>
          </a:p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This presentation covers practical commands, examples, advantages and limitations.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Introduction to CRUD in MongoDB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Create: add new documents.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Read: retrieve documents using queries such as find().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Update: modify existing documents with updateOne() or updateMany().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Delete: remove documents with deleteOne() or deleteMany().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MongoDB's flexible document model is well suited to hierarchical and semi-structured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CRUD Operations: Insert and Find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5F5F"/>
                </a:solidFill>
              </a:defRPr>
            </a:pPr>
            <a:r>
              <a:t>Create and 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789920" cy="4800600"/>
          </a:xfrm>
          <a:prstGeom prst="roundRect">
            <a:avLst/>
          </a:prstGeom>
          <a:solidFill>
            <a:srgbClr val="F0F6FC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90472"/>
            <a:ext cx="1033272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323"/>
                </a:solidFill>
                <a:latin typeface="Consolas"/>
              </a:defRPr>
            </a:pPr>
            <a:r>
              <a:t>// Insert one</a:t>
            </a:r>
            <a:br/>
            <a:r>
              <a:t>db.students.insertOne({</a:t>
            </a:r>
            <a:br/>
            <a:r>
              <a:t>  name: "Anita", age: 21, course: "AIML"</a:t>
            </a:r>
            <a:br/>
            <a:r>
              <a:t>})</a:t>
            </a:r>
            <a:br/>
            <a:br/>
            <a:r>
              <a:t>// Insert many</a:t>
            </a:r>
            <a:br/>
            <a:r>
              <a:t>db.students.insertMany([</a:t>
            </a:r>
            <a:br/>
            <a:r>
              <a:t>  {name: "Rahul", age: 22, course: "CSE"},</a:t>
            </a:r>
            <a:br/>
            <a:r>
              <a:t>  {name: "Meena", age: 20, course: "AIML"}</a:t>
            </a:r>
            <a:br/>
            <a:r>
              <a:t>])</a:t>
            </a:r>
            <a:br/>
            <a:br/>
            <a:r>
              <a:t>// Find all</a:t>
            </a:r>
            <a:br/>
            <a:r>
              <a:t>db.students.find()</a:t>
            </a:r>
            <a:br/>
            <a:br/>
            <a:r>
              <a:t>// Find matching documents</a:t>
            </a:r>
            <a:br/>
            <a:r>
              <a:t>db.students.find({ course: "AIML" })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Insert and Find: Explanation, Advantages &amp; Disadvantages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insertOne() creates one document; MongoDB generates _id when it is not supplied.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insertMany() inserts multiple documents.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find() retrieves documents matching a filter; find({}) returns all documents.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Advantages: simple syntax, flexible schema, bulk insertion and powerful filtering.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Disadvantage: unindexed or poorly designed queries may become slow on large collections.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CRUD Operations: Update and Delete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5F5F"/>
                </a:solidFill>
              </a:defRPr>
            </a:pPr>
            <a:r>
              <a:t>Modify and Remove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789920" cy="4800600"/>
          </a:xfrm>
          <a:prstGeom prst="roundRect">
            <a:avLst/>
          </a:prstGeom>
          <a:solidFill>
            <a:srgbClr val="F0F6FC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90472"/>
            <a:ext cx="1033272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323"/>
                </a:solidFill>
                <a:latin typeface="Consolas"/>
              </a:defRPr>
            </a:pPr>
            <a:r>
              <a:t>// Update one</a:t>
            </a:r>
            <a:br/>
            <a:r>
              <a:t>db.students.updateOne(</a:t>
            </a:r>
            <a:br/>
            <a:r>
              <a:t>  { name: "Anita" },</a:t>
            </a:r>
            <a:br/>
            <a:r>
              <a:t>  { $set: { age: 22 } }</a:t>
            </a:r>
            <a:br/>
            <a:r>
              <a:t>)</a:t>
            </a:r>
            <a:br/>
            <a:br/>
            <a:r>
              <a:t>// Update many</a:t>
            </a:r>
            <a:br/>
            <a:r>
              <a:t>db.students.updateMany(</a:t>
            </a:r>
            <a:br/>
            <a:r>
              <a:t>  { course: "AIML" },</a:t>
            </a:r>
            <a:br/>
            <a:r>
              <a:t>  { $set: { department: "AI" } }</a:t>
            </a:r>
            <a:br/>
            <a:r>
              <a:t>)</a:t>
            </a:r>
            <a:br/>
            <a:br/>
            <a:r>
              <a:t>// Delete one</a:t>
            </a:r>
            <a:br/>
            <a:r>
              <a:t>db.students.deleteOne({ name: "Rahul" })</a:t>
            </a:r>
            <a:br/>
            <a:br/>
            <a:r>
              <a:t>// Delete many</a:t>
            </a:r>
            <a:br/>
            <a:r>
              <a:t>db.students.deleteMany({ course: "CSE" })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Update and Delete: Advantages &amp; Disadvantages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$set, $inc, $push and $unset provide flexible update operations.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updateOne() changes the first matching document; updateMany() changes all matching documents.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deleteOne() removes the first matching document; deleteMany() removes all matching documents.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Advantages: targeted changes, flexible operators and convenient document-level operations.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Disadvantages: an incorrect filter can update or delete unintended records; deleted data may require backup/recovery.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Projections in MongoDB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5F5F"/>
                </a:solidFill>
              </a:defRPr>
            </a:pPr>
            <a:r>
              <a:t>Return only the fields required by the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89920" cy="4206240"/>
          </a:xfrm>
          <a:prstGeom prst="roundRect">
            <a:avLst/>
          </a:prstGeom>
          <a:solidFill>
            <a:srgbClr val="F0F6FC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36192"/>
            <a:ext cx="103327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323"/>
                </a:solidFill>
                <a:latin typeface="Consolas"/>
              </a:defRPr>
            </a:pPr>
            <a:r>
              <a:t>// Sample document</a:t>
            </a:r>
            <a:br/>
            <a:r>
              <a:t>{</a:t>
            </a:r>
            <a:br/>
            <a:r>
              <a:t>  name: "Anita", age: 21,</a:t>
            </a:r>
            <a:br/>
            <a:r>
              <a:t>  course: "AIML", city: "Jaipur"</a:t>
            </a:r>
            <a:br/>
            <a:r>
              <a:t>}</a:t>
            </a:r>
            <a:br/>
            <a:br/>
            <a:r>
              <a:t>// Include fields</a:t>
            </a:r>
            <a:br/>
            <a:r>
              <a:t>db.students.find(</a:t>
            </a:r>
            <a:br/>
            <a:r>
              <a:t>  { course: "AIML" },</a:t>
            </a:r>
            <a:br/>
            <a:r>
              <a:t>  { name: 1, age: 1, _id: 0 }</a:t>
            </a:r>
            <a:br/>
            <a:r>
              <a:t>)</a:t>
            </a:r>
            <a:br/>
            <a:br/>
            <a:r>
              <a:t>// Exclude a field</a:t>
            </a:r>
            <a:br/>
            <a:r>
              <a:t>db.students.find({}, { city: 0 })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1 = include; 0 = exclude. The _id field is included by default unless explicitly excluded.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Querying Embedded Documents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789920" cy="4617720"/>
          </a:xfrm>
          <a:prstGeom prst="roundRect">
            <a:avLst/>
          </a:prstGeom>
          <a:solidFill>
            <a:srgbClr val="F0F6FC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90472"/>
            <a:ext cx="10332720" cy="434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  <a:latin typeface="Consolas"/>
              </a:defRPr>
            </a:pPr>
            <a:r>
              <a:t>// Embedded document</a:t>
            </a:r>
            <a:br/>
            <a:r>
              <a:t>{</a:t>
            </a:r>
            <a:br/>
            <a:r>
              <a:t>  name: "Anita",</a:t>
            </a:r>
            <a:br/>
            <a:r>
              <a:t>  address: {</a:t>
            </a:r>
            <a:br/>
            <a:r>
              <a:t>    city: "Jaipur",</a:t>
            </a:r>
            <a:br/>
            <a:r>
              <a:t>    state: "Rajasthan",</a:t>
            </a:r>
            <a:br/>
            <a:r>
              <a:t>    pin: 303007</a:t>
            </a:r>
            <a:br/>
            <a:r>
              <a:t>  }</a:t>
            </a:r>
            <a:br/>
            <a:r>
              <a:t>}</a:t>
            </a:r>
            <a:br/>
            <a:br/>
            <a:r>
              <a:t>// Query a nested field</a:t>
            </a:r>
            <a:br/>
            <a:r>
              <a:t>db.students.find({ "address.city": "Jaipur" })</a:t>
            </a:r>
            <a:br/>
            <a:br/>
            <a:r>
              <a:t>// Query the complete embedded document</a:t>
            </a:r>
            <a:br/>
            <a:r>
              <a:t>db.students.find({</a:t>
            </a:r>
            <a:br/>
            <a:r>
              <a:t>  address: {</a:t>
            </a:r>
            <a:br/>
            <a:r>
              <a:t>    city: "Jaipur",</a:t>
            </a:r>
            <a:br/>
            <a:r>
              <a:t>    state: "Rajasthan",</a:t>
            </a:r>
            <a:br/>
            <a:r>
              <a:t>    pin: 303007</a:t>
            </a:r>
            <a:br/>
            <a:r>
              <a:t>  }</a:t>
            </a:r>
            <a:br/>
            <a:r>
              <a:t>})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8932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Dot notation (address.city) is used to query a field inside an embedded document.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Querying Embedded Documents in Arrays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789920" cy="4800600"/>
          </a:xfrm>
          <a:prstGeom prst="roundRect">
            <a:avLst/>
          </a:prstGeom>
          <a:solidFill>
            <a:srgbClr val="F0F6FC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90472"/>
            <a:ext cx="1033272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  <a:latin typeface="Consolas"/>
              </a:defRPr>
            </a:pPr>
            <a:r>
              <a:t>{</a:t>
            </a:r>
            <a:br/>
            <a:r>
              <a:t>  name: "Anita",</a:t>
            </a:r>
            <a:br/>
            <a:r>
              <a:t>  skills: [</a:t>
            </a:r>
            <a:br/>
            <a:r>
              <a:t>    { name: "Python", level: "Advanced" },</a:t>
            </a:r>
            <a:br/>
            <a:r>
              <a:t>    { name: "MongoDB", level: "Intermediate" }</a:t>
            </a:r>
            <a:br/>
            <a:r>
              <a:t>  ]</a:t>
            </a:r>
            <a:br/>
            <a:r>
              <a:t>}</a:t>
            </a:r>
            <a:br/>
            <a:br/>
            <a:r>
              <a:t>// Any array element with MongoDB</a:t>
            </a:r>
            <a:br/>
            <a:r>
              <a:t>db.students.find({ "skills.name": "MongoDB" })</a:t>
            </a:r>
            <a:br/>
            <a:br/>
            <a:r>
              <a:t>// Same array element satisfies both conditions</a:t>
            </a:r>
            <a:br/>
            <a:r>
              <a:t>db.students.find({</a:t>
            </a:r>
            <a:br/>
            <a:r>
              <a:t>  skills: { $elemMatch:</a:t>
            </a:r>
            <a:br/>
            <a:r>
              <a:t>    { name: "MongoDB", level: "Intermediate" }</a:t>
            </a:r>
            <a:br/>
            <a:r>
              <a:t>  }</a:t>
            </a:r>
            <a:br/>
            <a:r>
              <a:t>})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Embedded Documents: Advantages and Disadvantages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Advantages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Related data can be stored together in one document.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Often fewer queries are needed to retrieve related information.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Natural representation of hierarchical data.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Convenient atomic updates within a single document.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Disadvantages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Documents can become large if too much data is embedded.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Repeated data may increase storage and maintenance cost.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Frequently changing or independently shared data may be better modeled with references.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Complete Example: Student Collection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789920" cy="4937760"/>
          </a:xfrm>
          <a:prstGeom prst="roundRect">
            <a:avLst/>
          </a:prstGeom>
          <a:solidFill>
            <a:srgbClr val="F0F6FC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90472"/>
            <a:ext cx="1033272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  <a:latin typeface="Consolas"/>
              </a:defRPr>
            </a:pPr>
            <a:r>
              <a:t>db.students.insertOne({</a:t>
            </a:r>
            <a:br/>
            <a:r>
              <a:t>  name: "Anita", course: "AIML", marks: 82,</a:t>
            </a:r>
            <a:br/>
            <a:r>
              <a:t>  address: { city: "Jaipur", state: "Rajasthan" }</a:t>
            </a:r>
            <a:br/>
            <a:r>
              <a:t>})</a:t>
            </a:r>
            <a:br/>
            <a:br/>
            <a:r>
              <a:t>db.students.find({ "address.city": "Jaipur" })</a:t>
            </a:r>
            <a:br/>
            <a:br/>
            <a:r>
              <a:t>db.students.find(</a:t>
            </a:r>
            <a:br/>
            <a:r>
              <a:t>  { "address.city": "Jaipur" },</a:t>
            </a:r>
            <a:br/>
            <a:r>
              <a:t>  { name: 1, marks: 1, _id: 0 }</a:t>
            </a:r>
            <a:br/>
            <a:r>
              <a:t>)</a:t>
            </a:r>
            <a:br/>
            <a:br/>
            <a:r>
              <a:t>db.students.updateOne(</a:t>
            </a:r>
            <a:br/>
            <a:r>
              <a:t>  { name: "Anita" },</a:t>
            </a:r>
            <a:br/>
            <a:r>
              <a:t>  { $set: { marks: 88 } }</a:t>
            </a:r>
            <a:br/>
            <a:r>
              <a:t>)</a:t>
            </a:r>
            <a:br/>
            <a:br/>
            <a:r>
              <a:t>db.students.deleteOne({ name: "Anita" })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Use insertOne()/insertMany() to create documents and find() to read them.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Use updateOne()/updateMany() to modify data and deleteOne()/deleteMany() to remove data.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Use projections to return only required fields.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Use dot notation to query embedded document fields.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Use $elemMatch when multiple conditions must match within the same array element.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Choose embedding carefully: it works well for closely related data, but references may be better for large or independently changing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