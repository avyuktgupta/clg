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3"/>
  </p:notesMasterIdLst>
  <p:sldIdLst>
    <p:sldId id="633" r:id="rId2"/>
    <p:sldId id="535" r:id="rId3"/>
    <p:sldId id="587" r:id="rId4"/>
    <p:sldId id="629" r:id="rId5"/>
    <p:sldId id="608" r:id="rId6"/>
    <p:sldId id="588" r:id="rId7"/>
    <p:sldId id="589" r:id="rId8"/>
    <p:sldId id="590" r:id="rId9"/>
    <p:sldId id="630" r:id="rId10"/>
    <p:sldId id="591" r:id="rId11"/>
    <p:sldId id="609" r:id="rId12"/>
    <p:sldId id="592" r:id="rId13"/>
    <p:sldId id="610" r:id="rId14"/>
    <p:sldId id="593" r:id="rId15"/>
    <p:sldId id="594" r:id="rId16"/>
    <p:sldId id="611" r:id="rId17"/>
    <p:sldId id="595" r:id="rId18"/>
    <p:sldId id="596" r:id="rId19"/>
    <p:sldId id="612" r:id="rId20"/>
    <p:sldId id="597" r:id="rId21"/>
    <p:sldId id="598" r:id="rId22"/>
    <p:sldId id="623" r:id="rId23"/>
    <p:sldId id="599" r:id="rId24"/>
    <p:sldId id="613" r:id="rId25"/>
    <p:sldId id="600" r:id="rId26"/>
    <p:sldId id="614" r:id="rId27"/>
    <p:sldId id="601" r:id="rId28"/>
    <p:sldId id="631" r:id="rId29"/>
    <p:sldId id="602" r:id="rId30"/>
    <p:sldId id="632" r:id="rId31"/>
    <p:sldId id="603" r:id="rId32"/>
    <p:sldId id="604" r:id="rId33"/>
    <p:sldId id="617" r:id="rId34"/>
    <p:sldId id="605" r:id="rId35"/>
    <p:sldId id="624" r:id="rId36"/>
    <p:sldId id="625" r:id="rId37"/>
    <p:sldId id="606" r:id="rId38"/>
    <p:sldId id="626" r:id="rId39"/>
    <p:sldId id="607" r:id="rId40"/>
    <p:sldId id="628" r:id="rId41"/>
    <p:sldId id="627" r:id="rId42"/>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b="1"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b="1"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b="1"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b="1"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b="1"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b="1"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b="1"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b="1"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D9ECFF"/>
    <a:srgbClr val="99CCFF"/>
    <a:srgbClr val="FFFF00"/>
    <a:srgbClr val="F2F3B7"/>
    <a:srgbClr val="EAEC8C"/>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460"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a:extLst>
              <a:ext uri="{FF2B5EF4-FFF2-40B4-BE49-F238E27FC236}">
                <a16:creationId xmlns:a16="http://schemas.microsoft.com/office/drawing/2014/main" id="{AD3FE58D-915E-8C51-7A49-6C0D80B14EC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charset="0"/>
                <a:ea typeface="+mn-ea"/>
              </a:defRPr>
            </a:lvl1pPr>
          </a:lstStyle>
          <a:p>
            <a:pPr>
              <a:defRPr/>
            </a:pPr>
            <a:endParaRPr lang="en-US"/>
          </a:p>
        </p:txBody>
      </p:sp>
      <p:sp>
        <p:nvSpPr>
          <p:cNvPr id="686083" name="Rectangle 3">
            <a:extLst>
              <a:ext uri="{FF2B5EF4-FFF2-40B4-BE49-F238E27FC236}">
                <a16:creationId xmlns:a16="http://schemas.microsoft.com/office/drawing/2014/main" id="{09304117-EAB8-E80E-926A-7690AF0A21EA}"/>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charset="0"/>
                <a:ea typeface="+mn-ea"/>
              </a:defRPr>
            </a:lvl1pPr>
          </a:lstStyle>
          <a:p>
            <a:pPr>
              <a:defRPr/>
            </a:pPr>
            <a:endParaRPr lang="en-US"/>
          </a:p>
        </p:txBody>
      </p:sp>
      <p:sp>
        <p:nvSpPr>
          <p:cNvPr id="3076" name="Rectangle 4">
            <a:extLst>
              <a:ext uri="{FF2B5EF4-FFF2-40B4-BE49-F238E27FC236}">
                <a16:creationId xmlns:a16="http://schemas.microsoft.com/office/drawing/2014/main" id="{9A47A699-361E-713A-1EBF-AD183CD8D45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 uri="{FAA26D3D-D897-4be2-8F04-BA451C77F1D7}">
              <ma14:placeholderFlag xmlns:ma14="http://schemas.microsoft.com/office/mac/drawingml/2011/main" xmlns="" val="1"/>
            </a:ext>
          </a:extLst>
        </p:spPr>
      </p:sp>
      <p:sp>
        <p:nvSpPr>
          <p:cNvPr id="686085" name="Rectangle 5">
            <a:extLst>
              <a:ext uri="{FF2B5EF4-FFF2-40B4-BE49-F238E27FC236}">
                <a16:creationId xmlns:a16="http://schemas.microsoft.com/office/drawing/2014/main" id="{5A2FC26C-DC3D-DA67-A857-D401F3DFEB9C}"/>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86086" name="Rectangle 6">
            <a:extLst>
              <a:ext uri="{FF2B5EF4-FFF2-40B4-BE49-F238E27FC236}">
                <a16:creationId xmlns:a16="http://schemas.microsoft.com/office/drawing/2014/main" id="{3AF10B2D-F020-A217-4355-A0D037B0B697}"/>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charset="0"/>
                <a:ea typeface="+mn-ea"/>
              </a:defRPr>
            </a:lvl1pPr>
          </a:lstStyle>
          <a:p>
            <a:pPr>
              <a:defRPr/>
            </a:pPr>
            <a:endParaRPr lang="en-US"/>
          </a:p>
        </p:txBody>
      </p:sp>
      <p:sp>
        <p:nvSpPr>
          <p:cNvPr id="686087" name="Rectangle 7">
            <a:extLst>
              <a:ext uri="{FF2B5EF4-FFF2-40B4-BE49-F238E27FC236}">
                <a16:creationId xmlns:a16="http://schemas.microsoft.com/office/drawing/2014/main" id="{3E5D7BC4-CCB5-C24C-A51A-861B054CBB85}"/>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fld id="{28857399-C70E-42ED-B063-E42124CEC4D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2A28F802-0886-1434-3D2E-48001107635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25DD6C6-785C-4604-BBA0-B62EA66181ED}" type="slidenum">
              <a:rPr lang="en-US" altLang="en-US" sz="1200" b="0"/>
              <a:pPr/>
              <a:t>1</a:t>
            </a:fld>
            <a:endParaRPr lang="en-US" altLang="en-US" sz="1200" b="0"/>
          </a:p>
        </p:txBody>
      </p:sp>
      <p:sp>
        <p:nvSpPr>
          <p:cNvPr id="5123" name="Rectangle 2">
            <a:extLst>
              <a:ext uri="{FF2B5EF4-FFF2-40B4-BE49-F238E27FC236}">
                <a16:creationId xmlns:a16="http://schemas.microsoft.com/office/drawing/2014/main" id="{93030F87-B9DD-8381-30E1-1332EA93E7D4}"/>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89664765-E1A2-7127-ECE2-143DAF75318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0D8F2A27-1C21-ED75-708F-D9E8F419017D}"/>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3A1152DB-6097-4A7D-B48B-90B0C999ABE9}" type="slidenum">
              <a:rPr lang="en-US" altLang="en-US" sz="1200" b="0"/>
              <a:pPr/>
              <a:t>2</a:t>
            </a:fld>
            <a:endParaRPr lang="en-US" altLang="en-US" sz="1200" b="0"/>
          </a:p>
        </p:txBody>
      </p:sp>
      <p:sp>
        <p:nvSpPr>
          <p:cNvPr id="7171" name="Rectangle 2">
            <a:extLst>
              <a:ext uri="{FF2B5EF4-FFF2-40B4-BE49-F238E27FC236}">
                <a16:creationId xmlns:a16="http://schemas.microsoft.com/office/drawing/2014/main" id="{724B4409-B7A7-B061-E1C6-0270D3A5A141}"/>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D0EC3F13-DCD2-2CE7-80C6-7CB0FB10BC1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A0645F4F-7600-831E-D95D-7025F49A7C6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8D1B15D-394A-49CC-9EA7-6878774EA631}" type="slidenum">
              <a:rPr lang="en-US" altLang="en-US" sz="1200" b="0"/>
              <a:pPr/>
              <a:t>3</a:t>
            </a:fld>
            <a:endParaRPr lang="en-US" altLang="en-US" sz="1200" b="0"/>
          </a:p>
        </p:txBody>
      </p:sp>
      <p:sp>
        <p:nvSpPr>
          <p:cNvPr id="9219" name="Rectangle 2">
            <a:extLst>
              <a:ext uri="{FF2B5EF4-FFF2-40B4-BE49-F238E27FC236}">
                <a16:creationId xmlns:a16="http://schemas.microsoft.com/office/drawing/2014/main" id="{0F2F8610-C159-0A75-8729-6EC7D8BA3B2C}"/>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ACF2D1DD-2772-2DB8-13D2-10BE257DD83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630A251B-A99F-E826-5477-B79509D70EEB}"/>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8A0FEB5-35A2-4B7E-8B6F-0404353E1E63}" type="slidenum">
              <a:rPr lang="en-US" altLang="en-US" sz="1200" b="0"/>
              <a:pPr/>
              <a:t>4</a:t>
            </a:fld>
            <a:endParaRPr lang="en-US" altLang="en-US" sz="1200" b="0"/>
          </a:p>
        </p:txBody>
      </p:sp>
      <p:sp>
        <p:nvSpPr>
          <p:cNvPr id="11267" name="Rectangle 2">
            <a:extLst>
              <a:ext uri="{FF2B5EF4-FFF2-40B4-BE49-F238E27FC236}">
                <a16:creationId xmlns:a16="http://schemas.microsoft.com/office/drawing/2014/main" id="{1F769A41-AD2F-20A5-D7F5-9FAD740E9452}"/>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A9CBDEA2-9E88-74F8-D88A-9D1947F174D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EE2664C9-4CFA-8EBB-CB9F-43BB9E15DB2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2EFC518-50B5-4D54-89BF-2AFD5589F79C}" type="slidenum">
              <a:rPr lang="en-US" altLang="en-US" sz="1200" b="0"/>
              <a:pPr/>
              <a:t>5</a:t>
            </a:fld>
            <a:endParaRPr lang="en-US" altLang="en-US" sz="1200" b="0"/>
          </a:p>
        </p:txBody>
      </p:sp>
      <p:sp>
        <p:nvSpPr>
          <p:cNvPr id="13315" name="Rectangle 2">
            <a:extLst>
              <a:ext uri="{FF2B5EF4-FFF2-40B4-BE49-F238E27FC236}">
                <a16:creationId xmlns:a16="http://schemas.microsoft.com/office/drawing/2014/main" id="{BDF01157-A306-0CBB-71A9-DD50549026B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23D30CA7-EEB9-BF90-468D-CF44F216BCD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94AB60A-1AE6-8F26-ABE0-195F4DE0D92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1DFC997-B483-4984-A51E-9547BCB99F55}" type="slidenum">
              <a:rPr lang="en-US" altLang="en-US" sz="1200" b="0"/>
              <a:pPr/>
              <a:t>6</a:t>
            </a:fld>
            <a:endParaRPr lang="en-US" altLang="en-US" sz="1200" b="0"/>
          </a:p>
        </p:txBody>
      </p:sp>
      <p:sp>
        <p:nvSpPr>
          <p:cNvPr id="15363" name="Rectangle 2">
            <a:extLst>
              <a:ext uri="{FF2B5EF4-FFF2-40B4-BE49-F238E27FC236}">
                <a16:creationId xmlns:a16="http://schemas.microsoft.com/office/drawing/2014/main" id="{398F5F2A-CC43-D675-ECE1-1E3B64F3FABD}"/>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EFFB6812-7C27-00DD-339D-D5FE63414F2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5A661815-0A5F-478F-9EDE-0DD0A5E0812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F27AAEC-2786-410B-B75F-720C0506B101}" type="slidenum">
              <a:rPr lang="en-US" altLang="en-US" sz="1200" b="0"/>
              <a:pPr/>
              <a:t>7</a:t>
            </a:fld>
            <a:endParaRPr lang="en-US" altLang="en-US" sz="1200" b="0"/>
          </a:p>
        </p:txBody>
      </p:sp>
      <p:sp>
        <p:nvSpPr>
          <p:cNvPr id="17411" name="Rectangle 2">
            <a:extLst>
              <a:ext uri="{FF2B5EF4-FFF2-40B4-BE49-F238E27FC236}">
                <a16:creationId xmlns:a16="http://schemas.microsoft.com/office/drawing/2014/main" id="{0A1D39C5-8CDC-B2FF-CF86-1F87F8A598E0}"/>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EFF48E5F-26A9-3BFC-1D8E-EE98931C2A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D76FB40-72C7-AC48-BEC3-6D197037AFE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4AD1683-C0CA-4234-A476-AFF7627596F5}" type="slidenum">
              <a:rPr lang="en-US" altLang="en-US" sz="1200" b="0"/>
              <a:pPr/>
              <a:t>8</a:t>
            </a:fld>
            <a:endParaRPr lang="en-US" altLang="en-US" sz="1200" b="0"/>
          </a:p>
        </p:txBody>
      </p:sp>
      <p:sp>
        <p:nvSpPr>
          <p:cNvPr id="19459" name="Rectangle 2">
            <a:extLst>
              <a:ext uri="{FF2B5EF4-FFF2-40B4-BE49-F238E27FC236}">
                <a16:creationId xmlns:a16="http://schemas.microsoft.com/office/drawing/2014/main" id="{BB5447E6-77CE-DDED-9D08-623843AF817D}"/>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666330BE-927C-8C51-9965-10A02AD2471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E5FB2C93-B0D7-3F31-4D6B-89CF715F44D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88AAE919-FCE6-4751-B437-2183A4DD3D3B}" type="slidenum">
              <a:rPr lang="en-US" altLang="en-US" sz="1200" b="0"/>
              <a:pPr/>
              <a:t>9</a:t>
            </a:fld>
            <a:endParaRPr lang="en-US" altLang="en-US" sz="1200" b="0"/>
          </a:p>
        </p:txBody>
      </p:sp>
      <p:sp>
        <p:nvSpPr>
          <p:cNvPr id="21507" name="Rectangle 2">
            <a:extLst>
              <a:ext uri="{FF2B5EF4-FFF2-40B4-BE49-F238E27FC236}">
                <a16:creationId xmlns:a16="http://schemas.microsoft.com/office/drawing/2014/main" id="{F5DAD75C-6BB3-791F-F0E0-5A68E0C31452}"/>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E7893200-DD23-71C9-E440-05928B0154C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84B05B31-F51B-2662-7B96-BD49040B8A9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E1B1BAB-CA10-4271-8852-B5F0DEBC105B}" type="slidenum">
              <a:rPr lang="en-US" altLang="en-US" sz="1200" b="0"/>
              <a:pPr/>
              <a:t>10</a:t>
            </a:fld>
            <a:endParaRPr lang="en-US" altLang="en-US" sz="1200" b="0"/>
          </a:p>
        </p:txBody>
      </p:sp>
      <p:sp>
        <p:nvSpPr>
          <p:cNvPr id="23555" name="Rectangle 2">
            <a:extLst>
              <a:ext uri="{FF2B5EF4-FFF2-40B4-BE49-F238E27FC236}">
                <a16:creationId xmlns:a16="http://schemas.microsoft.com/office/drawing/2014/main" id="{C9D54BAF-EAC0-C20D-2587-55642548AED6}"/>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C55908AA-942F-1433-3F95-618B28A46C1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03A6186E-5A66-BF1D-47E4-6AD80D972AFD}"/>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B698D885-7F0A-45D3-93BA-C46DD1583E8F}" type="slidenum">
              <a:rPr lang="en-US" altLang="en-US" sz="1200" b="0"/>
              <a:pPr/>
              <a:t>11</a:t>
            </a:fld>
            <a:endParaRPr lang="en-US" altLang="en-US" sz="1200" b="0"/>
          </a:p>
        </p:txBody>
      </p:sp>
      <p:sp>
        <p:nvSpPr>
          <p:cNvPr id="25603" name="Rectangle 2">
            <a:extLst>
              <a:ext uri="{FF2B5EF4-FFF2-40B4-BE49-F238E27FC236}">
                <a16:creationId xmlns:a16="http://schemas.microsoft.com/office/drawing/2014/main" id="{6A729D0B-B4A1-28BA-D061-7A2E54E90DA7}"/>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F859787B-45E8-9573-286E-88CAC504808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E882C29D-4696-30E7-2E0F-30B09E015B1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955B1CF-AE89-4269-8165-FCF8B761DE52}" type="slidenum">
              <a:rPr lang="en-US" altLang="en-US" sz="1200" b="0"/>
              <a:pPr/>
              <a:t>12</a:t>
            </a:fld>
            <a:endParaRPr lang="en-US" altLang="en-US" sz="1200" b="0"/>
          </a:p>
        </p:txBody>
      </p:sp>
      <p:sp>
        <p:nvSpPr>
          <p:cNvPr id="27651" name="Rectangle 2">
            <a:extLst>
              <a:ext uri="{FF2B5EF4-FFF2-40B4-BE49-F238E27FC236}">
                <a16:creationId xmlns:a16="http://schemas.microsoft.com/office/drawing/2014/main" id="{BE6DF679-89F8-C86E-32B1-429FDB6DBBED}"/>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4B055B6A-8BDF-3D07-BEC4-EBCD53330F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0DA22BCF-9FB5-0E8F-13E2-2F10D806E60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044848C-8D2F-481D-A0A0-2A2BC178EA96}" type="slidenum">
              <a:rPr lang="en-US" altLang="en-US" sz="1200" b="0"/>
              <a:pPr/>
              <a:t>13</a:t>
            </a:fld>
            <a:endParaRPr lang="en-US" altLang="en-US" sz="1200" b="0"/>
          </a:p>
        </p:txBody>
      </p:sp>
      <p:sp>
        <p:nvSpPr>
          <p:cNvPr id="29699" name="Rectangle 2">
            <a:extLst>
              <a:ext uri="{FF2B5EF4-FFF2-40B4-BE49-F238E27FC236}">
                <a16:creationId xmlns:a16="http://schemas.microsoft.com/office/drawing/2014/main" id="{05A8DD1B-98D6-11FE-7523-F7712575DBBE}"/>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7F80B1B9-4C89-FAA8-CC83-723532C9131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977C0744-1E54-392E-5F19-7A5BF7B16B4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3FB5A7D6-BC7A-463F-88CA-5D0DC8C9ED7F}" type="slidenum">
              <a:rPr lang="en-US" altLang="en-US" sz="1200" b="0"/>
              <a:pPr/>
              <a:t>14</a:t>
            </a:fld>
            <a:endParaRPr lang="en-US" altLang="en-US" sz="1200" b="0"/>
          </a:p>
        </p:txBody>
      </p:sp>
      <p:sp>
        <p:nvSpPr>
          <p:cNvPr id="31747" name="Rectangle 2">
            <a:extLst>
              <a:ext uri="{FF2B5EF4-FFF2-40B4-BE49-F238E27FC236}">
                <a16:creationId xmlns:a16="http://schemas.microsoft.com/office/drawing/2014/main" id="{48FEA7B3-75AC-E5D0-ACCF-454E3E9DC63A}"/>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D4FBFF77-F2A3-4125-50E6-3A9950BD927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8F41D82-AA56-5027-0EF0-C1B1A311587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A2262F5D-EA3A-419A-BA7B-1C3CE2CFC801}" type="slidenum">
              <a:rPr lang="en-US" altLang="en-US" sz="1200" b="0"/>
              <a:pPr/>
              <a:t>15</a:t>
            </a:fld>
            <a:endParaRPr lang="en-US" altLang="en-US" sz="1200" b="0"/>
          </a:p>
        </p:txBody>
      </p:sp>
      <p:sp>
        <p:nvSpPr>
          <p:cNvPr id="33795" name="Rectangle 2">
            <a:extLst>
              <a:ext uri="{FF2B5EF4-FFF2-40B4-BE49-F238E27FC236}">
                <a16:creationId xmlns:a16="http://schemas.microsoft.com/office/drawing/2014/main" id="{6F868C4A-91D6-A275-9E66-7CAECF125DF3}"/>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53C30C05-5EC5-1560-5502-F6D32AE7384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F759C64A-2F53-85D8-21A0-2BEA3E1DB9D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4639DA9-107C-4002-B210-6C172E449156}" type="slidenum">
              <a:rPr lang="en-US" altLang="en-US" sz="1200" b="0"/>
              <a:pPr/>
              <a:t>16</a:t>
            </a:fld>
            <a:endParaRPr lang="en-US" altLang="en-US" sz="1200" b="0"/>
          </a:p>
        </p:txBody>
      </p:sp>
      <p:sp>
        <p:nvSpPr>
          <p:cNvPr id="35843" name="Rectangle 2">
            <a:extLst>
              <a:ext uri="{FF2B5EF4-FFF2-40B4-BE49-F238E27FC236}">
                <a16:creationId xmlns:a16="http://schemas.microsoft.com/office/drawing/2014/main" id="{9AA6203E-8737-63AC-9480-A4F1AA826700}"/>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8542B152-E1CA-EC73-8A33-CA8D555A8EE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A37CB92-B468-EA76-0EE7-EAAD051DCC2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345262F8-0E05-4C18-91F8-1416B5C817C9}" type="slidenum">
              <a:rPr lang="en-US" altLang="en-US" sz="1200" b="0"/>
              <a:pPr/>
              <a:t>17</a:t>
            </a:fld>
            <a:endParaRPr lang="en-US" altLang="en-US" sz="1200" b="0"/>
          </a:p>
        </p:txBody>
      </p:sp>
      <p:sp>
        <p:nvSpPr>
          <p:cNvPr id="37891" name="Rectangle 2">
            <a:extLst>
              <a:ext uri="{FF2B5EF4-FFF2-40B4-BE49-F238E27FC236}">
                <a16:creationId xmlns:a16="http://schemas.microsoft.com/office/drawing/2014/main" id="{0D3D562A-A144-21EA-4A49-CF2D6868DAAF}"/>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6A924173-8B40-7625-2492-12396C001C4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2FC8BB62-9165-0793-7BE8-E0138D8AB54D}"/>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DE60488E-86E9-4863-944F-D986A124836F}" type="slidenum">
              <a:rPr lang="en-US" altLang="en-US" sz="1200" b="0"/>
              <a:pPr/>
              <a:t>18</a:t>
            </a:fld>
            <a:endParaRPr lang="en-US" altLang="en-US" sz="1200" b="0"/>
          </a:p>
        </p:txBody>
      </p:sp>
      <p:sp>
        <p:nvSpPr>
          <p:cNvPr id="39939" name="Rectangle 2">
            <a:extLst>
              <a:ext uri="{FF2B5EF4-FFF2-40B4-BE49-F238E27FC236}">
                <a16:creationId xmlns:a16="http://schemas.microsoft.com/office/drawing/2014/main" id="{CDA8665F-40A9-0E48-1B8F-81C6C62A9B33}"/>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7AB14E94-ABA4-07E4-E563-A5D75122BEF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ABB7F7D-2069-EC7B-AE03-BA1AD493853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697F28B3-5FDA-4917-8BBE-C311F6F8AE91}" type="slidenum">
              <a:rPr lang="en-US" altLang="en-US" sz="1200" b="0"/>
              <a:pPr/>
              <a:t>19</a:t>
            </a:fld>
            <a:endParaRPr lang="en-US" altLang="en-US" sz="1200" b="0"/>
          </a:p>
        </p:txBody>
      </p:sp>
      <p:sp>
        <p:nvSpPr>
          <p:cNvPr id="41987" name="Rectangle 2">
            <a:extLst>
              <a:ext uri="{FF2B5EF4-FFF2-40B4-BE49-F238E27FC236}">
                <a16:creationId xmlns:a16="http://schemas.microsoft.com/office/drawing/2014/main" id="{B1121F64-A16C-6F49-FB7C-86E21EC8D1D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81DEFB78-B306-FFDB-2835-6CF943344F3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A6091A9-BC93-DD5E-96E7-FBDBBA5475F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273A6CD-EE5E-48A4-9A19-73CE8CB3FC21}" type="slidenum">
              <a:rPr lang="en-US" altLang="en-US" sz="1200" b="0"/>
              <a:pPr/>
              <a:t>20</a:t>
            </a:fld>
            <a:endParaRPr lang="en-US" altLang="en-US" sz="1200" b="0"/>
          </a:p>
        </p:txBody>
      </p:sp>
      <p:sp>
        <p:nvSpPr>
          <p:cNvPr id="44035" name="Rectangle 2">
            <a:extLst>
              <a:ext uri="{FF2B5EF4-FFF2-40B4-BE49-F238E27FC236}">
                <a16:creationId xmlns:a16="http://schemas.microsoft.com/office/drawing/2014/main" id="{AE9CA4A4-EFD3-B707-C1EB-45319DEBA843}"/>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2DB686EE-8709-6D0D-D12C-5BEA9CDA74E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23611CD6-95C1-EC0B-F404-42F5A740534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226C8EA-FE7A-4CE0-A617-2F3DA52A15A2}" type="slidenum">
              <a:rPr lang="en-US" altLang="en-US" sz="1200" b="0"/>
              <a:pPr/>
              <a:t>21</a:t>
            </a:fld>
            <a:endParaRPr lang="en-US" altLang="en-US" sz="1200" b="0"/>
          </a:p>
        </p:txBody>
      </p:sp>
      <p:sp>
        <p:nvSpPr>
          <p:cNvPr id="46083" name="Rectangle 2">
            <a:extLst>
              <a:ext uri="{FF2B5EF4-FFF2-40B4-BE49-F238E27FC236}">
                <a16:creationId xmlns:a16="http://schemas.microsoft.com/office/drawing/2014/main" id="{36DF3E07-A45A-0576-8E15-7EBBA72F29F2}"/>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CAB9AF49-8093-C7B9-D0E1-4761B7D85F4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12A9B45-0463-0DAC-22DC-E57FEA5E068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6CE7921E-6CD2-46AA-ADDC-61989A953CB2}" type="slidenum">
              <a:rPr lang="en-US" altLang="en-US" sz="1200" b="0"/>
              <a:pPr/>
              <a:t>22</a:t>
            </a:fld>
            <a:endParaRPr lang="en-US" altLang="en-US" sz="1200" b="0"/>
          </a:p>
        </p:txBody>
      </p:sp>
      <p:sp>
        <p:nvSpPr>
          <p:cNvPr id="48131" name="Rectangle 2">
            <a:extLst>
              <a:ext uri="{FF2B5EF4-FFF2-40B4-BE49-F238E27FC236}">
                <a16:creationId xmlns:a16="http://schemas.microsoft.com/office/drawing/2014/main" id="{7141F07E-A0FF-8E8B-3F56-7FAA2DE3A28F}"/>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2DA289B0-8E8E-AA8F-178D-7305A3FD59A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07471563-8A7D-B827-FD14-56EFA836A12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EBD714C-6635-43F4-890C-B5DF7F91CD0C}" type="slidenum">
              <a:rPr lang="en-US" altLang="en-US" sz="1200" b="0"/>
              <a:pPr/>
              <a:t>23</a:t>
            </a:fld>
            <a:endParaRPr lang="en-US" altLang="en-US" sz="1200" b="0"/>
          </a:p>
        </p:txBody>
      </p:sp>
      <p:sp>
        <p:nvSpPr>
          <p:cNvPr id="50179" name="Rectangle 2">
            <a:extLst>
              <a:ext uri="{FF2B5EF4-FFF2-40B4-BE49-F238E27FC236}">
                <a16:creationId xmlns:a16="http://schemas.microsoft.com/office/drawing/2014/main" id="{E4376AC8-7EE3-75F3-0BA5-296C4DE7335E}"/>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DA001889-B724-6FA7-9776-D6F2007699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6608F6A-631D-7A8C-72D2-9C608CBAC9C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BFDD954-29DE-4D02-AE42-2B1A9DC115BF}" type="slidenum">
              <a:rPr lang="en-US" altLang="en-US" sz="1200" b="0"/>
              <a:pPr/>
              <a:t>24</a:t>
            </a:fld>
            <a:endParaRPr lang="en-US" altLang="en-US" sz="1200" b="0"/>
          </a:p>
        </p:txBody>
      </p:sp>
      <p:sp>
        <p:nvSpPr>
          <p:cNvPr id="52227" name="Rectangle 2">
            <a:extLst>
              <a:ext uri="{FF2B5EF4-FFF2-40B4-BE49-F238E27FC236}">
                <a16:creationId xmlns:a16="http://schemas.microsoft.com/office/drawing/2014/main" id="{578089E7-0236-7739-912B-AD877A34DD3E}"/>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B0E6AFDA-C953-8B30-990A-5D0B76207DC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A68985ED-A2C5-6A24-8684-8743B7F1DAF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235FD78A-E48A-4E04-9A7E-1548C9CE750E}" type="slidenum">
              <a:rPr lang="en-US" altLang="en-US" sz="1200" b="0"/>
              <a:pPr/>
              <a:t>25</a:t>
            </a:fld>
            <a:endParaRPr lang="en-US" altLang="en-US" sz="1200" b="0"/>
          </a:p>
        </p:txBody>
      </p:sp>
      <p:sp>
        <p:nvSpPr>
          <p:cNvPr id="54275" name="Rectangle 2">
            <a:extLst>
              <a:ext uri="{FF2B5EF4-FFF2-40B4-BE49-F238E27FC236}">
                <a16:creationId xmlns:a16="http://schemas.microsoft.com/office/drawing/2014/main" id="{0C892036-3E54-96B1-DF1B-5138C4A7240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3B7322DA-7CDF-4CDE-1ABF-91DE43247B4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6003271-054F-DE52-F3B9-70EFE53CBEC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E6A59B4-0F50-4E06-A6C3-FAE84E9F872B}" type="slidenum">
              <a:rPr lang="en-US" altLang="en-US" sz="1200" b="0"/>
              <a:pPr/>
              <a:t>26</a:t>
            </a:fld>
            <a:endParaRPr lang="en-US" altLang="en-US" sz="1200" b="0"/>
          </a:p>
        </p:txBody>
      </p:sp>
      <p:sp>
        <p:nvSpPr>
          <p:cNvPr id="56323" name="Rectangle 2">
            <a:extLst>
              <a:ext uri="{FF2B5EF4-FFF2-40B4-BE49-F238E27FC236}">
                <a16:creationId xmlns:a16="http://schemas.microsoft.com/office/drawing/2014/main" id="{E7DCC2F9-36BB-BBBF-DD82-315F0B0C7E90}"/>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AF26B13A-9109-E3A6-8595-B30C19D009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3344179E-73D6-78C9-6BC0-68DDA5108EE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7AEE9EF-038E-4178-8D7C-A0BA055C5D04}" type="slidenum">
              <a:rPr lang="en-US" altLang="en-US" sz="1200" b="0"/>
              <a:pPr/>
              <a:t>27</a:t>
            </a:fld>
            <a:endParaRPr lang="en-US" altLang="en-US" sz="1200" b="0"/>
          </a:p>
        </p:txBody>
      </p:sp>
      <p:sp>
        <p:nvSpPr>
          <p:cNvPr id="58371" name="Rectangle 2">
            <a:extLst>
              <a:ext uri="{FF2B5EF4-FFF2-40B4-BE49-F238E27FC236}">
                <a16:creationId xmlns:a16="http://schemas.microsoft.com/office/drawing/2014/main" id="{EE3CB93A-4308-F8EF-673D-2B50B4CB4E70}"/>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5FDD0876-4436-B01B-9467-828D811FC4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D360044-F55D-9AF7-5092-7B11C64E485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0BE4315-EBE0-43D0-9794-3CF0EA8A2B3B}" type="slidenum">
              <a:rPr lang="en-US" altLang="en-US" sz="1200" b="0"/>
              <a:pPr/>
              <a:t>28</a:t>
            </a:fld>
            <a:endParaRPr lang="en-US" altLang="en-US" sz="1200" b="0"/>
          </a:p>
        </p:txBody>
      </p:sp>
      <p:sp>
        <p:nvSpPr>
          <p:cNvPr id="60419" name="Rectangle 2">
            <a:extLst>
              <a:ext uri="{FF2B5EF4-FFF2-40B4-BE49-F238E27FC236}">
                <a16:creationId xmlns:a16="http://schemas.microsoft.com/office/drawing/2014/main" id="{E7F269B0-4431-367B-52AB-14F82E2D66B4}"/>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DE5FF065-9034-4A8A-91C5-52D847E9806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7DDEBB11-6B99-7359-30D7-F6EB7800549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91F9807D-401F-4BA9-B059-35984BBCFD01}" type="slidenum">
              <a:rPr lang="en-US" altLang="en-US" sz="1200" b="0"/>
              <a:pPr/>
              <a:t>29</a:t>
            </a:fld>
            <a:endParaRPr lang="en-US" altLang="en-US" sz="1200" b="0"/>
          </a:p>
        </p:txBody>
      </p:sp>
      <p:sp>
        <p:nvSpPr>
          <p:cNvPr id="62467" name="Rectangle 2">
            <a:extLst>
              <a:ext uri="{FF2B5EF4-FFF2-40B4-BE49-F238E27FC236}">
                <a16:creationId xmlns:a16="http://schemas.microsoft.com/office/drawing/2014/main" id="{06909332-A3F8-F25B-87E1-B8D990938AFA}"/>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7130CEF3-7AE2-1425-224A-DE7E4B71094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2F3A1A32-DE69-4432-0A54-EE23A13C266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39165CA4-E7A2-42E6-9CD8-1E239EEFFCD8}" type="slidenum">
              <a:rPr lang="en-US" altLang="en-US" sz="1200" b="0"/>
              <a:pPr/>
              <a:t>30</a:t>
            </a:fld>
            <a:endParaRPr lang="en-US" altLang="en-US" sz="1200" b="0"/>
          </a:p>
        </p:txBody>
      </p:sp>
      <p:sp>
        <p:nvSpPr>
          <p:cNvPr id="64515" name="Rectangle 2">
            <a:extLst>
              <a:ext uri="{FF2B5EF4-FFF2-40B4-BE49-F238E27FC236}">
                <a16:creationId xmlns:a16="http://schemas.microsoft.com/office/drawing/2014/main" id="{24969DDD-C0DF-B7B9-370D-5D384FE91432}"/>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4696C019-F320-A3FC-B2C4-69AB52A466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C9FC711D-B74F-D454-7F24-F7967996844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CD0A15F-8904-4F3B-B58B-A1F535E77E2D}" type="slidenum">
              <a:rPr lang="en-US" altLang="en-US" sz="1200" b="0"/>
              <a:pPr/>
              <a:t>31</a:t>
            </a:fld>
            <a:endParaRPr lang="en-US" altLang="en-US" sz="1200" b="0"/>
          </a:p>
        </p:txBody>
      </p:sp>
      <p:sp>
        <p:nvSpPr>
          <p:cNvPr id="66563" name="Rectangle 2">
            <a:extLst>
              <a:ext uri="{FF2B5EF4-FFF2-40B4-BE49-F238E27FC236}">
                <a16:creationId xmlns:a16="http://schemas.microsoft.com/office/drawing/2014/main" id="{A35903D4-CD9B-31CF-C4D2-B661AF0973DE}"/>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B726F5DF-1BF1-4DB7-D309-3EF5C4175C2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B20026D4-ECC9-9590-CCD7-3F25350D662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C7BE7AE-37DF-4E7E-BB51-D138C01FF262}" type="slidenum">
              <a:rPr lang="en-US" altLang="en-US" sz="1200" b="0"/>
              <a:pPr/>
              <a:t>32</a:t>
            </a:fld>
            <a:endParaRPr lang="en-US" altLang="en-US" sz="1200" b="0"/>
          </a:p>
        </p:txBody>
      </p:sp>
      <p:sp>
        <p:nvSpPr>
          <p:cNvPr id="68611" name="Rectangle 2">
            <a:extLst>
              <a:ext uri="{FF2B5EF4-FFF2-40B4-BE49-F238E27FC236}">
                <a16:creationId xmlns:a16="http://schemas.microsoft.com/office/drawing/2014/main" id="{A9836727-8E03-1538-1E61-4D7EC5D9A66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337A4C3E-67AF-CBD0-CCBC-182CC5302B7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12600109-0535-700B-40A2-F33119AF3A7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DBD52972-5A54-4EB6-8AC9-F408FEEA2A38}" type="slidenum">
              <a:rPr lang="en-US" altLang="en-US" sz="1200" b="0"/>
              <a:pPr/>
              <a:t>33</a:t>
            </a:fld>
            <a:endParaRPr lang="en-US" altLang="en-US" sz="1200" b="0"/>
          </a:p>
        </p:txBody>
      </p:sp>
      <p:sp>
        <p:nvSpPr>
          <p:cNvPr id="70659" name="Rectangle 2">
            <a:extLst>
              <a:ext uri="{FF2B5EF4-FFF2-40B4-BE49-F238E27FC236}">
                <a16:creationId xmlns:a16="http://schemas.microsoft.com/office/drawing/2014/main" id="{8C9B4BE4-0803-5047-3B82-E838056D224F}"/>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899D82BC-9D5F-A81E-6743-6E51BF76401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AA786896-0848-238D-577B-9E5C2E1FD62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D0A481D8-6517-48A4-BF2F-49844ACA5179}" type="slidenum">
              <a:rPr lang="en-US" altLang="en-US" sz="1200" b="0"/>
              <a:pPr/>
              <a:t>34</a:t>
            </a:fld>
            <a:endParaRPr lang="en-US" altLang="en-US" sz="1200" b="0"/>
          </a:p>
        </p:txBody>
      </p:sp>
      <p:sp>
        <p:nvSpPr>
          <p:cNvPr id="72707" name="Rectangle 2">
            <a:extLst>
              <a:ext uri="{FF2B5EF4-FFF2-40B4-BE49-F238E27FC236}">
                <a16:creationId xmlns:a16="http://schemas.microsoft.com/office/drawing/2014/main" id="{CD7C5EFF-731F-BAF0-9044-AB97667C7628}"/>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07629794-83FA-74E2-0878-01962178BD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5A8707D3-1C01-EB7C-6BDE-C71265EBC0A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91BEAEF4-98B6-4E75-9766-0A293632A863}" type="slidenum">
              <a:rPr lang="en-US" altLang="en-US" sz="1200" b="0"/>
              <a:pPr/>
              <a:t>35</a:t>
            </a:fld>
            <a:endParaRPr lang="en-US" altLang="en-US" sz="1200" b="0"/>
          </a:p>
        </p:txBody>
      </p:sp>
      <p:sp>
        <p:nvSpPr>
          <p:cNvPr id="74755" name="Rectangle 2">
            <a:extLst>
              <a:ext uri="{FF2B5EF4-FFF2-40B4-BE49-F238E27FC236}">
                <a16:creationId xmlns:a16="http://schemas.microsoft.com/office/drawing/2014/main" id="{8AAE7B2D-D192-08FA-34CD-70B84AF7EFB3}"/>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983C6146-2D68-B629-FD8C-ECE30723044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A4E6AE9-F762-EF3D-5052-E2C1A8766B1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2801E5F-203E-4C6B-8073-2F787BD52244}" type="slidenum">
              <a:rPr lang="en-US" altLang="en-US" sz="1200" b="0"/>
              <a:pPr/>
              <a:t>36</a:t>
            </a:fld>
            <a:endParaRPr lang="en-US" altLang="en-US" sz="1200" b="0"/>
          </a:p>
        </p:txBody>
      </p:sp>
      <p:sp>
        <p:nvSpPr>
          <p:cNvPr id="76803" name="Rectangle 2">
            <a:extLst>
              <a:ext uri="{FF2B5EF4-FFF2-40B4-BE49-F238E27FC236}">
                <a16:creationId xmlns:a16="http://schemas.microsoft.com/office/drawing/2014/main" id="{6B6AE13F-C665-F267-F5A7-82F597C7711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8E4DE2C0-82DC-D920-5CD3-2C3CEA10920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DED07251-07DA-F3FD-7DB8-643E550C9A1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D27710F-8956-4ED9-B836-ABE1E277184F}" type="slidenum">
              <a:rPr lang="en-US" altLang="en-US" sz="1200" b="0"/>
              <a:pPr/>
              <a:t>37</a:t>
            </a:fld>
            <a:endParaRPr lang="en-US" altLang="en-US" sz="1200" b="0"/>
          </a:p>
        </p:txBody>
      </p:sp>
      <p:sp>
        <p:nvSpPr>
          <p:cNvPr id="78851" name="Rectangle 2">
            <a:extLst>
              <a:ext uri="{FF2B5EF4-FFF2-40B4-BE49-F238E27FC236}">
                <a16:creationId xmlns:a16="http://schemas.microsoft.com/office/drawing/2014/main" id="{3E7471C5-0A6E-6BA0-1556-701479FA18C9}"/>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4FFCA03F-AB1C-C73F-D68F-4F92F7F785F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C496BF00-F16D-D421-5947-B4BA5C87312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A916BF55-BF20-4F6D-9214-3558742240CF}" type="slidenum">
              <a:rPr lang="en-US" altLang="en-US" sz="1200" b="0"/>
              <a:pPr/>
              <a:t>38</a:t>
            </a:fld>
            <a:endParaRPr lang="en-US" altLang="en-US" sz="1200" b="0"/>
          </a:p>
        </p:txBody>
      </p:sp>
      <p:sp>
        <p:nvSpPr>
          <p:cNvPr id="80899" name="Rectangle 2">
            <a:extLst>
              <a:ext uri="{FF2B5EF4-FFF2-40B4-BE49-F238E27FC236}">
                <a16:creationId xmlns:a16="http://schemas.microsoft.com/office/drawing/2014/main" id="{E7C06CD6-51B5-8CBF-0F59-7CA20BA82F8F}"/>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2CA755B5-AA50-C6F2-9AC4-45182572483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474F1C17-DFBB-6670-1DB8-436E3995475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BE2C66D7-3508-4C12-AD2D-12C28ADF479E}" type="slidenum">
              <a:rPr lang="en-US" altLang="en-US" sz="1200" b="0"/>
              <a:pPr/>
              <a:t>39</a:t>
            </a:fld>
            <a:endParaRPr lang="en-US" altLang="en-US" sz="1200" b="0"/>
          </a:p>
        </p:txBody>
      </p:sp>
      <p:sp>
        <p:nvSpPr>
          <p:cNvPr id="82947" name="Rectangle 2">
            <a:extLst>
              <a:ext uri="{FF2B5EF4-FFF2-40B4-BE49-F238E27FC236}">
                <a16:creationId xmlns:a16="http://schemas.microsoft.com/office/drawing/2014/main" id="{702FDE55-9B6C-BC49-6AA5-6277FE892C32}"/>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55DAA595-599B-2824-100A-C429C39CA14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55DDDC84-1AC5-1C94-C9CF-CE940E95FD3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E3373AD-9B11-4C44-8B80-186527526057}" type="slidenum">
              <a:rPr lang="en-US" altLang="en-US" sz="1200" b="0"/>
              <a:pPr/>
              <a:t>40</a:t>
            </a:fld>
            <a:endParaRPr lang="en-US" altLang="en-US" sz="1200" b="0"/>
          </a:p>
        </p:txBody>
      </p:sp>
      <p:sp>
        <p:nvSpPr>
          <p:cNvPr id="84995" name="Rectangle 2">
            <a:extLst>
              <a:ext uri="{FF2B5EF4-FFF2-40B4-BE49-F238E27FC236}">
                <a16:creationId xmlns:a16="http://schemas.microsoft.com/office/drawing/2014/main" id="{0DB14301-5307-236D-87A1-D5C179156160}"/>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F7B535D3-D471-767C-3F54-7D5320C8366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942B0911-6D68-DAD7-871F-7D83C384B54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AD22134-AFD3-4C38-BCA0-32AF83B9D87A}" type="slidenum">
              <a:rPr lang="en-US" altLang="en-US" sz="1200" b="0"/>
              <a:pPr/>
              <a:t>41</a:t>
            </a:fld>
            <a:endParaRPr lang="en-US" altLang="en-US" sz="1200" b="0"/>
          </a:p>
        </p:txBody>
      </p:sp>
      <p:sp>
        <p:nvSpPr>
          <p:cNvPr id="87043" name="Rectangle 2">
            <a:extLst>
              <a:ext uri="{FF2B5EF4-FFF2-40B4-BE49-F238E27FC236}">
                <a16:creationId xmlns:a16="http://schemas.microsoft.com/office/drawing/2014/main" id="{E4B9D22D-50FE-F152-2E7F-AD80E0D6FFD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1D006E77-E1C3-D233-5ED2-ED3B761B4DF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ea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933C748-9BB0-19C1-C7FC-E6AB2D622B65}"/>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2E0028C-C836-4691-C699-0F7581501F7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F2E62088-8FCC-CC86-9FAD-5286539CF0F0}"/>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sp>
            <p:nvSpPr>
              <p:cNvPr id="11" name="Rectangle 5">
                <a:extLst>
                  <a:ext uri="{FF2B5EF4-FFF2-40B4-BE49-F238E27FC236}">
                    <a16:creationId xmlns:a16="http://schemas.microsoft.com/office/drawing/2014/main" id="{6ADBC34B-03EE-2711-3C26-621504076138}"/>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grpSp>
        <p:grpSp>
          <p:nvGrpSpPr>
            <p:cNvPr id="4" name="Group 6">
              <a:extLst>
                <a:ext uri="{FF2B5EF4-FFF2-40B4-BE49-F238E27FC236}">
                  <a16:creationId xmlns:a16="http://schemas.microsoft.com/office/drawing/2014/main" id="{D60538BD-072F-CB54-23CA-59D2431EA85A}"/>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551DD932-0239-9933-83E9-AA556811D8CF}"/>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sp>
            <p:nvSpPr>
              <p:cNvPr id="9" name="Rectangle 8">
                <a:extLst>
                  <a:ext uri="{FF2B5EF4-FFF2-40B4-BE49-F238E27FC236}">
                    <a16:creationId xmlns:a16="http://schemas.microsoft.com/office/drawing/2014/main" id="{F5F8710B-8BBB-1765-9A1B-66DFBC8AA569}"/>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grpSp>
        <p:sp>
          <p:nvSpPr>
            <p:cNvPr id="5" name="Rectangle 9">
              <a:extLst>
                <a:ext uri="{FF2B5EF4-FFF2-40B4-BE49-F238E27FC236}">
                  <a16:creationId xmlns:a16="http://schemas.microsoft.com/office/drawing/2014/main" id="{D58A91FE-27E9-2AD1-E76A-582CCA84CB2D}"/>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sp>
          <p:nvSpPr>
            <p:cNvPr id="6" name="Rectangle 10">
              <a:extLst>
                <a:ext uri="{FF2B5EF4-FFF2-40B4-BE49-F238E27FC236}">
                  <a16:creationId xmlns:a16="http://schemas.microsoft.com/office/drawing/2014/main" id="{0529E2C1-1370-C7A2-6AD7-D6237A8D261F}"/>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sp>
          <p:nvSpPr>
            <p:cNvPr id="7" name="Rectangle 11">
              <a:extLst>
                <a:ext uri="{FF2B5EF4-FFF2-40B4-BE49-F238E27FC236}">
                  <a16:creationId xmlns:a16="http://schemas.microsoft.com/office/drawing/2014/main" id="{714011F1-1C1A-16DE-44D4-6AD29555E31A}"/>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en-US" altLang="en-US">
                <a:ea typeface="+mn-ea"/>
              </a:endParaRPr>
            </a:p>
          </p:txBody>
        </p:sp>
      </p:grpSp>
      <p:sp>
        <p:nvSpPr>
          <p:cNvPr id="12" name="Text Box 17">
            <a:extLst>
              <a:ext uri="{FF2B5EF4-FFF2-40B4-BE49-F238E27FC236}">
                <a16:creationId xmlns:a16="http://schemas.microsoft.com/office/drawing/2014/main" id="{63D8061C-6466-093F-E412-44E71CB6F32E}"/>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eaLnBrk="1" hangingPunct="1">
              <a:spcBef>
                <a:spcPct val="50000"/>
              </a:spcBef>
              <a:defRPr/>
            </a:pPr>
            <a:r>
              <a:rPr lang="en-US" altLang="en-US" sz="1400" b="0">
                <a:latin typeface="McGrawHill-Italic" pitchFamily="2" charset="0"/>
                <a:ea typeface="+mn-ea"/>
              </a:rPr>
              <a:t>McGraw-Hill</a:t>
            </a:r>
            <a:endParaRPr lang="en-US" altLang="en-US" sz="2400" b="0">
              <a:ea typeface="+mn-ea"/>
            </a:endParaRPr>
          </a:p>
        </p:txBody>
      </p:sp>
      <p:sp>
        <p:nvSpPr>
          <p:cNvPr id="13" name="Text Box 18">
            <a:extLst>
              <a:ext uri="{FF2B5EF4-FFF2-40B4-BE49-F238E27FC236}">
                <a16:creationId xmlns:a16="http://schemas.microsoft.com/office/drawing/2014/main" id="{0BF04C14-0990-DBD2-2AD3-01CD1EF36628}"/>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r" eaLnBrk="1" hangingPunct="1">
              <a:spcBef>
                <a:spcPct val="50000"/>
              </a:spcBef>
              <a:buFontTx/>
              <a:buChar char="©"/>
              <a:defRPr/>
            </a:pPr>
            <a:r>
              <a:rPr lang="en-US" altLang="en-US" sz="1400" b="0">
                <a:latin typeface="McGrawHill-Italic" pitchFamily="2" charset="0"/>
                <a:ea typeface="+mn-ea"/>
              </a:rPr>
              <a:t>The McGraw-Hill Companies, Inc., 2000</a:t>
            </a:r>
            <a:endParaRPr lang="en-US" altLang="en-US" sz="2400" b="0">
              <a:ea typeface="+mn-ea"/>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charset="2"/>
              <a:buNone/>
              <a:defRPr/>
            </a:lvl1pPr>
          </a:lstStyle>
          <a:p>
            <a:pPr lvl="0"/>
            <a:r>
              <a:rPr lang="en-US" noProof="0"/>
              <a:t>Click to edit Master subtitle style</a:t>
            </a:r>
          </a:p>
        </p:txBody>
      </p:sp>
      <p:sp>
        <p:nvSpPr>
          <p:cNvPr id="14" name="Date Placeholder 15">
            <a:extLst>
              <a:ext uri="{FF2B5EF4-FFF2-40B4-BE49-F238E27FC236}">
                <a16:creationId xmlns:a16="http://schemas.microsoft.com/office/drawing/2014/main" id="{0F41958B-D34A-1C68-63BB-98270F7E5FC0}"/>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mn-ea"/>
              </a:defRPr>
            </a:lvl1pPr>
          </a:lstStyle>
          <a:p>
            <a:pPr>
              <a:defRPr/>
            </a:pPr>
            <a:endParaRPr lang="en-US"/>
          </a:p>
        </p:txBody>
      </p:sp>
      <p:sp>
        <p:nvSpPr>
          <p:cNvPr id="15" name="Footer Placeholder 16">
            <a:extLst>
              <a:ext uri="{FF2B5EF4-FFF2-40B4-BE49-F238E27FC236}">
                <a16:creationId xmlns:a16="http://schemas.microsoft.com/office/drawing/2014/main" id="{D1543490-65F3-520C-0896-F97229069E9B}"/>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mn-ea"/>
              </a:defRPr>
            </a:lvl1pPr>
          </a:lstStyle>
          <a:p>
            <a:pPr>
              <a:defRPr/>
            </a:pPr>
            <a:r>
              <a:rPr lang="en-US"/>
              <a:t>2.#</a:t>
            </a:r>
          </a:p>
        </p:txBody>
      </p:sp>
      <p:sp>
        <p:nvSpPr>
          <p:cNvPr id="16" name="Slide Number Placeholder 17">
            <a:extLst>
              <a:ext uri="{FF2B5EF4-FFF2-40B4-BE49-F238E27FC236}">
                <a16:creationId xmlns:a16="http://schemas.microsoft.com/office/drawing/2014/main" id="{44E6C3A7-1934-4CF1-165B-E3C1D0294A85}"/>
              </a:ext>
            </a:extLst>
          </p:cNvPr>
          <p:cNvSpPr>
            <a:spLocks noGrp="1" noChangeArrowheads="1"/>
          </p:cNvSpPr>
          <p:nvPr>
            <p:ph type="sldNum" sz="quarter" idx="12"/>
          </p:nvPr>
        </p:nvSpPr>
        <p:spPr>
          <a:xfrm>
            <a:off x="6858000" y="6248400"/>
            <a:ext cx="1905000" cy="457200"/>
          </a:xfrm>
        </p:spPr>
        <p:txBody>
          <a:bodyPr/>
          <a:lstStyle>
            <a:lvl1pPr algn="r">
              <a:defRPr sz="1400" b="0">
                <a:solidFill>
                  <a:schemeClr val="bg2"/>
                </a:solidFill>
                <a:latin typeface="Tahoma" panose="020B0604030504040204" pitchFamily="34" charset="0"/>
              </a:defRPr>
            </a:lvl1pPr>
          </a:lstStyle>
          <a:p>
            <a:fld id="{95FFE3CC-E02E-4C3B-989D-E7621CCAF717}" type="slidenum">
              <a:rPr lang="en-US" altLang="en-US"/>
              <a:pPr/>
              <a:t>‹#›</a:t>
            </a:fld>
            <a:endParaRPr lang="en-US" altLang="en-US"/>
          </a:p>
        </p:txBody>
      </p:sp>
    </p:spTree>
    <p:extLst>
      <p:ext uri="{BB962C8B-B14F-4D97-AF65-F5344CB8AC3E}">
        <p14:creationId xmlns:p14="http://schemas.microsoft.com/office/powerpoint/2010/main" val="4214138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60540ADD-1ADB-F3C0-9627-B177E5A84894}"/>
              </a:ext>
            </a:extLst>
          </p:cNvPr>
          <p:cNvSpPr>
            <a:spLocks noGrp="1" noChangeArrowheads="1"/>
          </p:cNvSpPr>
          <p:nvPr>
            <p:ph type="sldNum" sz="quarter" idx="10"/>
          </p:nvPr>
        </p:nvSpPr>
        <p:spPr>
          <a:ln/>
        </p:spPr>
        <p:txBody>
          <a:bodyPr/>
          <a:lstStyle>
            <a:lvl1pPr>
              <a:defRPr/>
            </a:lvl1pPr>
          </a:lstStyle>
          <a:p>
            <a:r>
              <a:rPr lang="en-US" altLang="en-US"/>
              <a:t>2.</a:t>
            </a:r>
            <a:fld id="{BBB6B983-A6CF-424E-A307-43444369AE84}" type="slidenum">
              <a:rPr lang="en-US" altLang="en-US"/>
              <a:pPr/>
              <a:t>‹#›</a:t>
            </a:fld>
            <a:endParaRPr lang="en-US" altLang="en-US"/>
          </a:p>
        </p:txBody>
      </p:sp>
    </p:spTree>
    <p:extLst>
      <p:ext uri="{BB962C8B-B14F-4D97-AF65-F5344CB8AC3E}">
        <p14:creationId xmlns:p14="http://schemas.microsoft.com/office/powerpoint/2010/main" val="388522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a:extLst>
              <a:ext uri="{FF2B5EF4-FFF2-40B4-BE49-F238E27FC236}">
                <a16:creationId xmlns:a16="http://schemas.microsoft.com/office/drawing/2014/main" id="{ECE67ECF-39E4-C913-F734-399EF0FA0044}"/>
              </a:ext>
            </a:extLst>
          </p:cNvPr>
          <p:cNvSpPr>
            <a:spLocks noGrp="1" noChangeArrowheads="1"/>
          </p:cNvSpPr>
          <p:nvPr>
            <p:ph type="sldNum" sz="quarter" idx="10"/>
          </p:nvPr>
        </p:nvSpPr>
        <p:spPr>
          <a:ln/>
        </p:spPr>
        <p:txBody>
          <a:bodyPr/>
          <a:lstStyle>
            <a:lvl1pPr>
              <a:defRPr/>
            </a:lvl1pPr>
          </a:lstStyle>
          <a:p>
            <a:r>
              <a:rPr lang="en-US" altLang="en-US"/>
              <a:t>2.</a:t>
            </a:r>
            <a:fld id="{9FA75F00-BAE7-44BA-99A4-5ED3018C8D8A}" type="slidenum">
              <a:rPr lang="en-US" altLang="en-US"/>
              <a:pPr/>
              <a:t>‹#›</a:t>
            </a:fld>
            <a:endParaRPr lang="en-US" altLang="en-US"/>
          </a:p>
        </p:txBody>
      </p:sp>
    </p:spTree>
    <p:extLst>
      <p:ext uri="{BB962C8B-B14F-4D97-AF65-F5344CB8AC3E}">
        <p14:creationId xmlns:p14="http://schemas.microsoft.com/office/powerpoint/2010/main" val="2035912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2AC20544-364C-941B-1359-F3620ABE3933}"/>
              </a:ext>
            </a:extLst>
          </p:cNvPr>
          <p:cNvSpPr>
            <a:spLocks noGrp="1" noChangeArrowheads="1"/>
          </p:cNvSpPr>
          <p:nvPr>
            <p:ph type="sldNum" sz="quarter" idx="10"/>
          </p:nvPr>
        </p:nvSpPr>
        <p:spPr>
          <a:ln/>
        </p:spPr>
        <p:txBody>
          <a:bodyPr/>
          <a:lstStyle>
            <a:lvl1pPr>
              <a:defRPr/>
            </a:lvl1pPr>
          </a:lstStyle>
          <a:p>
            <a:r>
              <a:rPr lang="en-US" altLang="en-US"/>
              <a:t>2.</a:t>
            </a:r>
            <a:fld id="{0DB74883-9040-4625-8E09-22AAF5D05135}" type="slidenum">
              <a:rPr lang="en-US" altLang="en-US"/>
              <a:pPr/>
              <a:t>‹#›</a:t>
            </a:fld>
            <a:endParaRPr lang="en-US" altLang="en-US"/>
          </a:p>
        </p:txBody>
      </p:sp>
    </p:spTree>
    <p:extLst>
      <p:ext uri="{BB962C8B-B14F-4D97-AF65-F5344CB8AC3E}">
        <p14:creationId xmlns:p14="http://schemas.microsoft.com/office/powerpoint/2010/main" val="2326916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062D575B-2F20-97D4-80E9-5AB08262FE81}"/>
              </a:ext>
            </a:extLst>
          </p:cNvPr>
          <p:cNvSpPr>
            <a:spLocks noGrp="1" noChangeArrowheads="1"/>
          </p:cNvSpPr>
          <p:nvPr>
            <p:ph type="sldNum" sz="quarter" idx="10"/>
          </p:nvPr>
        </p:nvSpPr>
        <p:spPr>
          <a:ln/>
        </p:spPr>
        <p:txBody>
          <a:bodyPr/>
          <a:lstStyle>
            <a:lvl1pPr>
              <a:defRPr/>
            </a:lvl1pPr>
          </a:lstStyle>
          <a:p>
            <a:r>
              <a:rPr lang="en-US" altLang="en-US"/>
              <a:t>2.</a:t>
            </a:r>
            <a:fld id="{79F10CD7-5E36-4F85-85C0-A8C1D2ACA9BE}" type="slidenum">
              <a:rPr lang="en-US" altLang="en-US"/>
              <a:pPr/>
              <a:t>‹#›</a:t>
            </a:fld>
            <a:endParaRPr lang="en-US" altLang="en-US"/>
          </a:p>
        </p:txBody>
      </p:sp>
    </p:spTree>
    <p:extLst>
      <p:ext uri="{BB962C8B-B14F-4D97-AF65-F5344CB8AC3E}">
        <p14:creationId xmlns:p14="http://schemas.microsoft.com/office/powerpoint/2010/main" val="255496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13">
            <a:extLst>
              <a:ext uri="{FF2B5EF4-FFF2-40B4-BE49-F238E27FC236}">
                <a16:creationId xmlns:a16="http://schemas.microsoft.com/office/drawing/2014/main" id="{9737FB29-C753-F41F-8692-B28F0DE4DCBF}"/>
              </a:ext>
            </a:extLst>
          </p:cNvPr>
          <p:cNvSpPr>
            <a:spLocks noGrp="1" noChangeArrowheads="1"/>
          </p:cNvSpPr>
          <p:nvPr>
            <p:ph type="sldNum" sz="quarter" idx="10"/>
          </p:nvPr>
        </p:nvSpPr>
        <p:spPr>
          <a:ln/>
        </p:spPr>
        <p:txBody>
          <a:bodyPr/>
          <a:lstStyle>
            <a:lvl1pPr>
              <a:defRPr/>
            </a:lvl1pPr>
          </a:lstStyle>
          <a:p>
            <a:r>
              <a:rPr lang="en-US" altLang="en-US"/>
              <a:t>2.</a:t>
            </a:r>
            <a:fld id="{42B5CE00-3CAE-40BE-A740-9F27055F6D99}" type="slidenum">
              <a:rPr lang="en-US" altLang="en-US"/>
              <a:pPr/>
              <a:t>‹#›</a:t>
            </a:fld>
            <a:endParaRPr lang="en-US" altLang="en-US"/>
          </a:p>
        </p:txBody>
      </p:sp>
    </p:spTree>
    <p:extLst>
      <p:ext uri="{BB962C8B-B14F-4D97-AF65-F5344CB8AC3E}">
        <p14:creationId xmlns:p14="http://schemas.microsoft.com/office/powerpoint/2010/main" val="141707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6A33C581-84D1-1B55-1665-7C7435272425}"/>
              </a:ext>
            </a:extLst>
          </p:cNvPr>
          <p:cNvSpPr>
            <a:spLocks noGrp="1" noChangeArrowheads="1"/>
          </p:cNvSpPr>
          <p:nvPr>
            <p:ph type="sldNum" sz="quarter" idx="10"/>
          </p:nvPr>
        </p:nvSpPr>
        <p:spPr>
          <a:ln/>
        </p:spPr>
        <p:txBody>
          <a:bodyPr/>
          <a:lstStyle>
            <a:lvl1pPr>
              <a:defRPr/>
            </a:lvl1pPr>
          </a:lstStyle>
          <a:p>
            <a:r>
              <a:rPr lang="en-US" altLang="en-US"/>
              <a:t>2.</a:t>
            </a:r>
            <a:fld id="{81F7BEDB-86E9-4165-A100-491F98C2FAA6}" type="slidenum">
              <a:rPr lang="en-US" altLang="en-US"/>
              <a:pPr/>
              <a:t>‹#›</a:t>
            </a:fld>
            <a:endParaRPr lang="en-US" altLang="en-US"/>
          </a:p>
        </p:txBody>
      </p:sp>
    </p:spTree>
    <p:extLst>
      <p:ext uri="{BB962C8B-B14F-4D97-AF65-F5344CB8AC3E}">
        <p14:creationId xmlns:p14="http://schemas.microsoft.com/office/powerpoint/2010/main" val="3403470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DF9CEE2A-6315-34CA-BD13-D3A5DFC4A031}"/>
              </a:ext>
            </a:extLst>
          </p:cNvPr>
          <p:cNvSpPr>
            <a:spLocks noGrp="1" noChangeArrowheads="1"/>
          </p:cNvSpPr>
          <p:nvPr>
            <p:ph type="sldNum" sz="quarter" idx="10"/>
          </p:nvPr>
        </p:nvSpPr>
        <p:spPr>
          <a:ln/>
        </p:spPr>
        <p:txBody>
          <a:bodyPr/>
          <a:lstStyle>
            <a:lvl1pPr>
              <a:defRPr/>
            </a:lvl1pPr>
          </a:lstStyle>
          <a:p>
            <a:r>
              <a:rPr lang="en-US" altLang="en-US"/>
              <a:t>2.</a:t>
            </a:r>
            <a:fld id="{D5E5F0A0-3A5C-487C-8FF4-9AAB257015D5}" type="slidenum">
              <a:rPr lang="en-US" altLang="en-US"/>
              <a:pPr/>
              <a:t>‹#›</a:t>
            </a:fld>
            <a:endParaRPr lang="en-US" altLang="en-US"/>
          </a:p>
        </p:txBody>
      </p:sp>
    </p:spTree>
    <p:extLst>
      <p:ext uri="{BB962C8B-B14F-4D97-AF65-F5344CB8AC3E}">
        <p14:creationId xmlns:p14="http://schemas.microsoft.com/office/powerpoint/2010/main" val="3530199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77044749-C03F-3CA1-5183-AC44B9765F03}"/>
              </a:ext>
            </a:extLst>
          </p:cNvPr>
          <p:cNvSpPr>
            <a:spLocks noGrp="1" noChangeArrowheads="1"/>
          </p:cNvSpPr>
          <p:nvPr>
            <p:ph type="sldNum" sz="quarter" idx="10"/>
          </p:nvPr>
        </p:nvSpPr>
        <p:spPr>
          <a:ln/>
        </p:spPr>
        <p:txBody>
          <a:bodyPr/>
          <a:lstStyle>
            <a:lvl1pPr>
              <a:defRPr/>
            </a:lvl1pPr>
          </a:lstStyle>
          <a:p>
            <a:r>
              <a:rPr lang="en-US" altLang="en-US"/>
              <a:t>2.</a:t>
            </a:r>
            <a:fld id="{35ECDDC8-C1F7-4362-A74F-E3FACB3E8924}" type="slidenum">
              <a:rPr lang="en-US" altLang="en-US"/>
              <a:pPr/>
              <a:t>‹#›</a:t>
            </a:fld>
            <a:endParaRPr lang="en-US" altLang="en-US"/>
          </a:p>
        </p:txBody>
      </p:sp>
    </p:spTree>
    <p:extLst>
      <p:ext uri="{BB962C8B-B14F-4D97-AF65-F5344CB8AC3E}">
        <p14:creationId xmlns:p14="http://schemas.microsoft.com/office/powerpoint/2010/main" val="367646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BEF595B6-C164-EF82-394D-FFE72D76A74F}"/>
              </a:ext>
            </a:extLst>
          </p:cNvPr>
          <p:cNvSpPr>
            <a:spLocks noGrp="1" noChangeArrowheads="1"/>
          </p:cNvSpPr>
          <p:nvPr>
            <p:ph type="sldNum" sz="quarter" idx="10"/>
          </p:nvPr>
        </p:nvSpPr>
        <p:spPr>
          <a:ln/>
        </p:spPr>
        <p:txBody>
          <a:bodyPr/>
          <a:lstStyle>
            <a:lvl1pPr>
              <a:defRPr/>
            </a:lvl1pPr>
          </a:lstStyle>
          <a:p>
            <a:r>
              <a:rPr lang="en-US" altLang="en-US"/>
              <a:t>2.</a:t>
            </a:r>
            <a:fld id="{4C93E132-9FFB-4284-AEB7-EC85F0C10430}" type="slidenum">
              <a:rPr lang="en-US" altLang="en-US"/>
              <a:pPr/>
              <a:t>‹#›</a:t>
            </a:fld>
            <a:endParaRPr lang="en-US" altLang="en-US"/>
          </a:p>
        </p:txBody>
      </p:sp>
    </p:spTree>
    <p:extLst>
      <p:ext uri="{BB962C8B-B14F-4D97-AF65-F5344CB8AC3E}">
        <p14:creationId xmlns:p14="http://schemas.microsoft.com/office/powerpoint/2010/main" val="411868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71DBC1DA-1EED-B411-36C6-CCDD4848D0AC}"/>
              </a:ext>
            </a:extLst>
          </p:cNvPr>
          <p:cNvSpPr>
            <a:spLocks noGrp="1" noChangeArrowheads="1"/>
          </p:cNvSpPr>
          <p:nvPr>
            <p:ph type="sldNum" sz="quarter" idx="10"/>
          </p:nvPr>
        </p:nvSpPr>
        <p:spPr>
          <a:ln/>
        </p:spPr>
        <p:txBody>
          <a:bodyPr/>
          <a:lstStyle>
            <a:lvl1pPr>
              <a:defRPr/>
            </a:lvl1pPr>
          </a:lstStyle>
          <a:p>
            <a:r>
              <a:rPr lang="en-US" altLang="en-US"/>
              <a:t>2.</a:t>
            </a:r>
            <a:fld id="{6A1720B8-AC17-451A-BF62-D359A57F5D2E}" type="slidenum">
              <a:rPr lang="en-US" altLang="en-US"/>
              <a:pPr/>
              <a:t>‹#›</a:t>
            </a:fld>
            <a:endParaRPr lang="en-US" altLang="en-US"/>
          </a:p>
        </p:txBody>
      </p:sp>
    </p:spTree>
    <p:extLst>
      <p:ext uri="{BB962C8B-B14F-4D97-AF65-F5344CB8AC3E}">
        <p14:creationId xmlns:p14="http://schemas.microsoft.com/office/powerpoint/2010/main" val="668536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3">
            <a:extLst>
              <a:ext uri="{FF2B5EF4-FFF2-40B4-BE49-F238E27FC236}">
                <a16:creationId xmlns:a16="http://schemas.microsoft.com/office/drawing/2014/main" id="{9BEF9092-B972-F636-9791-BB853E76C063}"/>
              </a:ext>
            </a:extLst>
          </p:cNvPr>
          <p:cNvSpPr>
            <a:spLocks noGrp="1" noChangeArrowheads="1"/>
          </p:cNvSpPr>
          <p:nvPr>
            <p:ph type="sldNum" sz="quarter" idx="10"/>
          </p:nvPr>
        </p:nvSpPr>
        <p:spPr>
          <a:ln/>
        </p:spPr>
        <p:txBody>
          <a:bodyPr/>
          <a:lstStyle>
            <a:lvl1pPr>
              <a:defRPr/>
            </a:lvl1pPr>
          </a:lstStyle>
          <a:p>
            <a:r>
              <a:rPr lang="en-US" altLang="en-US"/>
              <a:t>2.</a:t>
            </a:r>
            <a:fld id="{91CE13F6-BCA7-486C-91E3-EE937794BC9B}" type="slidenum">
              <a:rPr lang="en-US" altLang="en-US"/>
              <a:pPr/>
              <a:t>‹#›</a:t>
            </a:fld>
            <a:endParaRPr lang="en-US" altLang="en-US"/>
          </a:p>
        </p:txBody>
      </p:sp>
    </p:spTree>
    <p:extLst>
      <p:ext uri="{BB962C8B-B14F-4D97-AF65-F5344CB8AC3E}">
        <p14:creationId xmlns:p14="http://schemas.microsoft.com/office/powerpoint/2010/main" val="220668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a:extLst>
              <a:ext uri="{FF2B5EF4-FFF2-40B4-BE49-F238E27FC236}">
                <a16:creationId xmlns:a16="http://schemas.microsoft.com/office/drawing/2014/main" id="{D269BB9A-DA36-4A72-3501-840620397A4B}"/>
              </a:ext>
            </a:extLst>
          </p:cNvPr>
          <p:cNvSpPr>
            <a:spLocks noGrp="1" noChangeArrowheads="1"/>
          </p:cNvSpPr>
          <p:nvPr>
            <p:ph type="sldNum" sz="quarter" idx="4"/>
          </p:nvPr>
        </p:nvSpPr>
        <p:spPr bwMode="auto">
          <a:xfrm>
            <a:off x="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latin typeface="Arial" panose="020B0604020202020204" pitchFamily="34" charset="0"/>
              </a:defRPr>
            </a:lvl1pPr>
          </a:lstStyle>
          <a:p>
            <a:r>
              <a:rPr lang="en-US" altLang="en-US"/>
              <a:t>2.</a:t>
            </a:r>
            <a:fld id="{8E09596A-80B9-4D8B-BF70-F59F38237DD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00"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l"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l" rtl="0" eaLnBrk="0" fontAlgn="base" hangingPunct="0">
        <a:spcBef>
          <a:spcPct val="0"/>
        </a:spcBef>
        <a:spcAft>
          <a:spcPct val="0"/>
        </a:spcAft>
        <a:defRPr sz="4400">
          <a:solidFill>
            <a:schemeClr val="tx2"/>
          </a:solidFill>
          <a:latin typeface="Tahoma" charset="0"/>
          <a:ea typeface="MS PGothic" panose="020B0600070205080204" pitchFamily="34" charset="-128"/>
        </a:defRPr>
      </a:lvl2pPr>
      <a:lvl3pPr algn="l" rtl="0" eaLnBrk="0" fontAlgn="base" hangingPunct="0">
        <a:spcBef>
          <a:spcPct val="0"/>
        </a:spcBef>
        <a:spcAft>
          <a:spcPct val="0"/>
        </a:spcAft>
        <a:defRPr sz="4400">
          <a:solidFill>
            <a:schemeClr val="tx2"/>
          </a:solidFill>
          <a:latin typeface="Tahoma" charset="0"/>
          <a:ea typeface="MS PGothic" panose="020B0600070205080204" pitchFamily="34" charset="-128"/>
        </a:defRPr>
      </a:lvl3pPr>
      <a:lvl4pPr algn="l" rtl="0" eaLnBrk="0" fontAlgn="base" hangingPunct="0">
        <a:spcBef>
          <a:spcPct val="0"/>
        </a:spcBef>
        <a:spcAft>
          <a:spcPct val="0"/>
        </a:spcAft>
        <a:defRPr sz="4400">
          <a:solidFill>
            <a:schemeClr val="tx2"/>
          </a:solidFill>
          <a:latin typeface="Tahoma" charset="0"/>
          <a:ea typeface="MS PGothic" panose="020B0600070205080204" pitchFamily="34" charset="-128"/>
        </a:defRPr>
      </a:lvl4pPr>
      <a:lvl5pPr algn="l" rtl="0" eaLnBrk="0" fontAlgn="base" hangingPunct="0">
        <a:spcBef>
          <a:spcPct val="0"/>
        </a:spcBef>
        <a:spcAft>
          <a:spcPct val="0"/>
        </a:spcAft>
        <a:defRPr sz="4400">
          <a:solidFill>
            <a:schemeClr val="tx2"/>
          </a:solidFill>
          <a:latin typeface="Tahoma" charset="0"/>
          <a:ea typeface="MS PGothic" panose="020B0600070205080204" pitchFamily="34" charset="-128"/>
        </a:defRPr>
      </a:lvl5pPr>
      <a:lvl6pPr marL="457200" algn="l" rtl="0" fontAlgn="base">
        <a:spcBef>
          <a:spcPct val="0"/>
        </a:spcBef>
        <a:spcAft>
          <a:spcPct val="0"/>
        </a:spcAft>
        <a:defRPr sz="4400">
          <a:solidFill>
            <a:schemeClr val="tx2"/>
          </a:solidFill>
          <a:latin typeface="Tahoma" charset="0"/>
        </a:defRPr>
      </a:lvl6pPr>
      <a:lvl7pPr marL="914400" algn="l" rtl="0" fontAlgn="base">
        <a:spcBef>
          <a:spcPct val="0"/>
        </a:spcBef>
        <a:spcAft>
          <a:spcPct val="0"/>
        </a:spcAft>
        <a:defRPr sz="4400">
          <a:solidFill>
            <a:schemeClr val="tx2"/>
          </a:solidFill>
          <a:latin typeface="Tahoma" charset="0"/>
        </a:defRPr>
      </a:lvl7pPr>
      <a:lvl8pPr marL="1371600" algn="l" rtl="0" fontAlgn="base">
        <a:spcBef>
          <a:spcPct val="0"/>
        </a:spcBef>
        <a:spcAft>
          <a:spcPct val="0"/>
        </a:spcAft>
        <a:defRPr sz="4400">
          <a:solidFill>
            <a:schemeClr val="tx2"/>
          </a:solidFill>
          <a:latin typeface="Tahoma" charset="0"/>
        </a:defRPr>
      </a:lvl8pPr>
      <a:lvl9pPr marL="1828800" algn="l" rtl="0" fontAlgn="base">
        <a:spcBef>
          <a:spcPct val="0"/>
        </a:spcBef>
        <a:spcAft>
          <a:spcPct val="0"/>
        </a:spcAft>
        <a:defRPr sz="4400">
          <a:solidFill>
            <a:schemeClr val="tx2"/>
          </a:solidFill>
          <a:latin typeface="Tahoma"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2">
            <a:extLst>
              <a:ext uri="{FF2B5EF4-FFF2-40B4-BE49-F238E27FC236}">
                <a16:creationId xmlns:a16="http://schemas.microsoft.com/office/drawing/2014/main" id="{692CEA2B-2AAD-6D35-F854-53CC4AE5B75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E25F8025-9763-4E6B-85EB-D5EFDF4BADDA}" type="slidenum">
              <a:rPr lang="en-US" altLang="en-US" sz="2000">
                <a:latin typeface="Arial" panose="020B0604020202020204" pitchFamily="34" charset="0"/>
              </a:rPr>
              <a:pPr/>
              <a:t>1</a:t>
            </a:fld>
            <a:endParaRPr lang="en-US" altLang="en-US" sz="2000">
              <a:latin typeface="Arial" panose="020B0604020202020204" pitchFamily="34" charset="0"/>
            </a:endParaRPr>
          </a:p>
        </p:txBody>
      </p:sp>
      <p:sp>
        <p:nvSpPr>
          <p:cNvPr id="4099" name="Rectangle 3">
            <a:extLst>
              <a:ext uri="{FF2B5EF4-FFF2-40B4-BE49-F238E27FC236}">
                <a16:creationId xmlns:a16="http://schemas.microsoft.com/office/drawing/2014/main" id="{015A73A7-553A-FA75-AAA1-76C336A5315A}"/>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4400">
                <a:solidFill>
                  <a:schemeClr val="tx2"/>
                </a:solidFill>
                <a:latin typeface="Arial" charset="0"/>
                <a:ea typeface="ＭＳ Ｐゴシック" charset="0"/>
              </a:rPr>
              <a:t>Chapter 2</a:t>
            </a:r>
          </a:p>
          <a:p>
            <a:pPr algn="ctr">
              <a:defRPr/>
            </a:pPr>
            <a:endParaRPr lang="en-US" sz="2000">
              <a:solidFill>
                <a:schemeClr val="tx2"/>
              </a:solidFill>
              <a:latin typeface="Arial" charset="0"/>
              <a:ea typeface="ＭＳ Ｐゴシック" charset="0"/>
            </a:endParaRPr>
          </a:p>
          <a:p>
            <a:pPr algn="ctr">
              <a:defRPr/>
            </a:pPr>
            <a:r>
              <a:rPr lang="en-US" sz="4400">
                <a:latin typeface="Arial" charset="0"/>
                <a:ea typeface="ＭＳ Ｐゴシック" charset="0"/>
              </a:rPr>
              <a:t>Network Models</a:t>
            </a:r>
          </a:p>
        </p:txBody>
      </p:sp>
      <p:sp>
        <p:nvSpPr>
          <p:cNvPr id="4100" name="Text Box 4">
            <a:extLst>
              <a:ext uri="{FF2B5EF4-FFF2-40B4-BE49-F238E27FC236}">
                <a16:creationId xmlns:a16="http://schemas.microsoft.com/office/drawing/2014/main" id="{1C0844A0-238A-EA14-7C95-1A4B1A537268}"/>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ctr" eaLnBrk="1" hangingPunct="1"/>
            <a:r>
              <a:rPr lang="en-US" altLang="en-US" sz="1200" b="0"/>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1">
            <a:extLst>
              <a:ext uri="{FF2B5EF4-FFF2-40B4-BE49-F238E27FC236}">
                <a16:creationId xmlns:a16="http://schemas.microsoft.com/office/drawing/2014/main" id="{D39DA88D-0AA0-2F63-A1A0-3140749E05DB}"/>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CC4F2EAB-12E5-46BA-9D6E-17301606BC69}" type="slidenum">
              <a:rPr lang="en-US" altLang="en-US" sz="2000">
                <a:latin typeface="Arial" panose="020B0604020202020204" pitchFamily="34" charset="0"/>
              </a:rPr>
              <a:pPr/>
              <a:t>2</a:t>
            </a:fld>
            <a:endParaRPr lang="en-US" altLang="en-US" sz="2000">
              <a:latin typeface="Arial" panose="020B0604020202020204" pitchFamily="34" charset="0"/>
            </a:endParaRPr>
          </a:p>
        </p:txBody>
      </p:sp>
      <p:sp>
        <p:nvSpPr>
          <p:cNvPr id="565250" name="Rectangle 2">
            <a:extLst>
              <a:ext uri="{FF2B5EF4-FFF2-40B4-BE49-F238E27FC236}">
                <a16:creationId xmlns:a16="http://schemas.microsoft.com/office/drawing/2014/main" id="{36204BE2-EAE3-CF34-3B45-AFA24C13355D}"/>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a:effectLst>
                <a:outerShdw blurRad="38100" dist="38100" dir="2700000" algn="tl">
                  <a:srgbClr val="FFFFFF"/>
                </a:outerShdw>
              </a:effectLst>
              <a:latin typeface="Times New Roman" charset="0"/>
              <a:ea typeface="+mn-ea"/>
            </a:endParaRPr>
          </a:p>
        </p:txBody>
      </p:sp>
      <p:sp>
        <p:nvSpPr>
          <p:cNvPr id="565251" name="Text Box 3">
            <a:extLst>
              <a:ext uri="{FF2B5EF4-FFF2-40B4-BE49-F238E27FC236}">
                <a16:creationId xmlns:a16="http://schemas.microsoft.com/office/drawing/2014/main" id="{E8167C0B-B911-00B3-70FB-D0CDD8D67C38}"/>
              </a:ext>
            </a:extLst>
          </p:cNvPr>
          <p:cNvSpPr txBox="1">
            <a:spLocks noChangeArrowheads="1"/>
          </p:cNvSpPr>
          <p:nvPr/>
        </p:nvSpPr>
        <p:spPr bwMode="auto">
          <a:xfrm>
            <a:off x="228600" y="76200"/>
            <a:ext cx="4452938" cy="579438"/>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3200">
                <a:effectLst>
                  <a:outerShdw blurRad="38100" dist="38100" dir="2700000" algn="tl">
                    <a:srgbClr val="C0C0C0"/>
                  </a:outerShdw>
                </a:effectLst>
                <a:latin typeface="Times" panose="02020603050405020304" pitchFamily="18" charset="0"/>
              </a:rPr>
              <a:t>2-1   LAYERED TASKS</a:t>
            </a:r>
          </a:p>
        </p:txBody>
      </p:sp>
      <p:sp>
        <p:nvSpPr>
          <p:cNvPr id="6149" name="Text Box 4">
            <a:extLst>
              <a:ext uri="{FF2B5EF4-FFF2-40B4-BE49-F238E27FC236}">
                <a16:creationId xmlns:a16="http://schemas.microsoft.com/office/drawing/2014/main" id="{FE7A68E2-9021-508C-8C1D-008F09BB1873}"/>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endParaRPr lang="en-US"/>
          </a:p>
        </p:txBody>
      </p:sp>
      <p:sp>
        <p:nvSpPr>
          <p:cNvPr id="565277" name="Rectangle 29">
            <a:extLst>
              <a:ext uri="{FF2B5EF4-FFF2-40B4-BE49-F238E27FC236}">
                <a16:creationId xmlns:a16="http://schemas.microsoft.com/office/drawing/2014/main" id="{2045D0E2-53F8-37AF-D323-59B831B7915F}"/>
              </a:ext>
            </a:extLst>
          </p:cNvPr>
          <p:cNvSpPr>
            <a:spLocks noChangeArrowheads="1"/>
          </p:cNvSpPr>
          <p:nvPr/>
        </p:nvSpPr>
        <p:spPr bwMode="auto">
          <a:xfrm>
            <a:off x="76200" y="1127125"/>
            <a:ext cx="8610600" cy="2227263"/>
          </a:xfrm>
          <a:prstGeom prst="rect">
            <a:avLst/>
          </a:prstGeom>
          <a:noFill/>
          <a:ln>
            <a:noFill/>
          </a:ln>
          <a:effectLst/>
        </p:spPr>
        <p:txBody>
          <a:bodyPr anchor="ct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just" eaLnBrk="1" hangingPunct="1"/>
            <a:r>
              <a:rPr lang="en-US" altLang="en-US" sz="2800" i="1">
                <a:effectLst>
                  <a:outerShdw blurRad="38100" dist="38100" dir="2700000" algn="tl">
                    <a:srgbClr val="C0C0C0"/>
                  </a:outerShdw>
                </a:effectLst>
              </a:rPr>
              <a:t>We use the concept of </a:t>
            </a:r>
            <a:r>
              <a:rPr lang="en-US" altLang="en-US" sz="2800" i="1">
                <a:solidFill>
                  <a:schemeClr val="hlink"/>
                </a:solidFill>
                <a:effectLst>
                  <a:outerShdw blurRad="38100" dist="38100" dir="2700000" algn="tl">
                    <a:srgbClr val="C0C0C0"/>
                  </a:outerShdw>
                </a:effectLst>
              </a:rPr>
              <a:t>layers</a:t>
            </a:r>
            <a:r>
              <a:rPr lang="en-US" altLang="en-US" sz="2800" i="1">
                <a:effectLst>
                  <a:outerShdw blurRad="38100" dist="38100" dir="2700000" algn="tl">
                    <a:srgbClr val="C0C0C0"/>
                  </a:outerShdw>
                </a:effectLst>
              </a:rPr>
              <a:t> in our daily life. As an example, let us consider two friends who communicate through postal mail. The process of sending a letter to a friend would be complex if there were no services available from the post office. </a:t>
            </a:r>
          </a:p>
        </p:txBody>
      </p:sp>
      <p:sp>
        <p:nvSpPr>
          <p:cNvPr id="6151" name="Rectangle 30">
            <a:extLst>
              <a:ext uri="{FF2B5EF4-FFF2-40B4-BE49-F238E27FC236}">
                <a16:creationId xmlns:a16="http://schemas.microsoft.com/office/drawing/2014/main" id="{11036B8C-DA02-241A-E456-1F443D1C330D}"/>
              </a:ext>
            </a:extLst>
          </p:cNvPr>
          <p:cNvSpPr>
            <a:spLocks noChangeArrowheads="1"/>
          </p:cNvSpPr>
          <p:nvPr/>
        </p:nvSpPr>
        <p:spPr bwMode="auto">
          <a:xfrm>
            <a:off x="228600" y="4972050"/>
            <a:ext cx="57150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Clr>
                <a:schemeClr val="tx1"/>
              </a:buClr>
              <a:buSzPct val="117000"/>
              <a:buFont typeface="Wingdings" charset="0"/>
              <a:buNone/>
              <a:defRPr/>
            </a:pPr>
            <a:r>
              <a:rPr lang="fr-FR" sz="2400">
                <a:solidFill>
                  <a:srgbClr val="0033CC"/>
                </a:solidFill>
                <a:latin typeface="Times New Roman" charset="0"/>
                <a:ea typeface="ＭＳ Ｐゴシック" charset="0"/>
              </a:rPr>
              <a:t>Sender, Receiver, and Carrier</a:t>
            </a:r>
            <a:br>
              <a:rPr lang="fr-FR" sz="2400">
                <a:solidFill>
                  <a:srgbClr val="0033CC"/>
                </a:solidFill>
                <a:latin typeface="Times New Roman" charset="0"/>
                <a:ea typeface="ＭＳ Ｐゴシック" charset="0"/>
              </a:rPr>
            </a:br>
            <a:r>
              <a:rPr lang="fr-FR" sz="2400">
                <a:solidFill>
                  <a:srgbClr val="0033CC"/>
                </a:solidFill>
                <a:latin typeface="Times New Roman" charset="0"/>
                <a:ea typeface="ＭＳ Ｐゴシック" charset="0"/>
              </a:rPr>
              <a:t>Hierarchy</a:t>
            </a:r>
            <a:endParaRPr lang="en-US" sz="2400">
              <a:solidFill>
                <a:srgbClr val="0033CC"/>
              </a:solidFill>
              <a:latin typeface="Times New Roman" charset="0"/>
              <a:ea typeface="ＭＳ Ｐゴシック" charset="0"/>
            </a:endParaRPr>
          </a:p>
        </p:txBody>
      </p:sp>
      <p:sp>
        <p:nvSpPr>
          <p:cNvPr id="565279" name="Text Box 31">
            <a:extLst>
              <a:ext uri="{FF2B5EF4-FFF2-40B4-BE49-F238E27FC236}">
                <a16:creationId xmlns:a16="http://schemas.microsoft.com/office/drawing/2014/main" id="{96FB514D-DBB7-01EE-E5B2-3AF6383689B9}"/>
              </a:ext>
            </a:extLst>
          </p:cNvPr>
          <p:cNvSpPr txBox="1">
            <a:spLocks noChangeArrowheads="1"/>
          </p:cNvSpPr>
          <p:nvPr/>
        </p:nvSpPr>
        <p:spPr bwMode="auto">
          <a:xfrm>
            <a:off x="239713" y="4495800"/>
            <a:ext cx="4867275" cy="519113"/>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ctr"/>
            <a:r>
              <a:rPr lang="en-US" altLang="en-US"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1">
            <a:extLst>
              <a:ext uri="{FF2B5EF4-FFF2-40B4-BE49-F238E27FC236}">
                <a16:creationId xmlns:a16="http://schemas.microsoft.com/office/drawing/2014/main" id="{2A26741B-8039-35CC-AD5D-E814E40A0BA0}"/>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508AF374-4C80-4CB5-83BF-C4A1CD10273E}" type="slidenum">
              <a:rPr lang="en-US" altLang="en-US" sz="2000">
                <a:latin typeface="Arial" panose="020B0604020202020204" pitchFamily="34" charset="0"/>
              </a:rPr>
              <a:pPr/>
              <a:t>3</a:t>
            </a:fld>
            <a:endParaRPr lang="en-US" altLang="en-US" sz="2000">
              <a:latin typeface="Arial" panose="020B0604020202020204" pitchFamily="34" charset="0"/>
            </a:endParaRPr>
          </a:p>
        </p:txBody>
      </p:sp>
      <p:sp>
        <p:nvSpPr>
          <p:cNvPr id="8195" name="Line 2">
            <a:extLst>
              <a:ext uri="{FF2B5EF4-FFF2-40B4-BE49-F238E27FC236}">
                <a16:creationId xmlns:a16="http://schemas.microsoft.com/office/drawing/2014/main" id="{514CCEA6-A224-4024-C122-8828F125D29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8196" name="Line 3">
            <a:extLst>
              <a:ext uri="{FF2B5EF4-FFF2-40B4-BE49-F238E27FC236}">
                <a16:creationId xmlns:a16="http://schemas.microsoft.com/office/drawing/2014/main" id="{03AE3C0A-7A07-8D44-050D-7A9B439166E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8197" name="Text Box 4">
            <a:extLst>
              <a:ext uri="{FF2B5EF4-FFF2-40B4-BE49-F238E27FC236}">
                <a16:creationId xmlns:a16="http://schemas.microsoft.com/office/drawing/2014/main" id="{82893F3F-5BDC-05CE-9301-B28C1FC0FA27}"/>
              </a:ext>
            </a:extLst>
          </p:cNvPr>
          <p:cNvSpPr txBox="1">
            <a:spLocks noChangeArrowheads="1"/>
          </p:cNvSpPr>
          <p:nvPr/>
        </p:nvSpPr>
        <p:spPr bwMode="auto">
          <a:xfrm>
            <a:off x="304800" y="381000"/>
            <a:ext cx="49149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  </a:t>
            </a:r>
            <a:r>
              <a:rPr lang="en-US"/>
              <a:t>Tasks involved in sending a letter</a:t>
            </a:r>
            <a:endParaRPr lang="en-US" sz="2000" i="1"/>
          </a:p>
        </p:txBody>
      </p:sp>
      <p:sp>
        <p:nvSpPr>
          <p:cNvPr id="8198" name="Line 5">
            <a:extLst>
              <a:ext uri="{FF2B5EF4-FFF2-40B4-BE49-F238E27FC236}">
                <a16:creationId xmlns:a16="http://schemas.microsoft.com/office/drawing/2014/main" id="{7A8DDAF9-3A55-6591-5A11-BDAB1266547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8199" name="Picture 6">
            <a:extLst>
              <a:ext uri="{FF2B5EF4-FFF2-40B4-BE49-F238E27FC236}">
                <a16:creationId xmlns:a16="http://schemas.microsoft.com/office/drawing/2014/main" id="{85EB50FC-EDA4-4110-1504-C03348763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1219200"/>
            <a:ext cx="5575300" cy="47990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a:extLst>
              <a:ext uri="{FF2B5EF4-FFF2-40B4-BE49-F238E27FC236}">
                <a16:creationId xmlns:a16="http://schemas.microsoft.com/office/drawing/2014/main" id="{77EB093E-4B58-4A88-3FDA-BD10537D9FDA}"/>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BDD31CBF-69B2-4C52-966E-8B13E585448F}" type="slidenum">
              <a:rPr lang="en-US" altLang="en-US" sz="2000">
                <a:latin typeface="Arial" panose="020B0604020202020204" pitchFamily="34" charset="0"/>
              </a:rPr>
              <a:pPr/>
              <a:t>4</a:t>
            </a:fld>
            <a:endParaRPr lang="en-US" altLang="en-US" sz="2000">
              <a:latin typeface="Arial" panose="020B0604020202020204" pitchFamily="34" charset="0"/>
            </a:endParaRPr>
          </a:p>
        </p:txBody>
      </p:sp>
      <p:sp>
        <p:nvSpPr>
          <p:cNvPr id="677890" name="Rectangle 2">
            <a:extLst>
              <a:ext uri="{FF2B5EF4-FFF2-40B4-BE49-F238E27FC236}">
                <a16:creationId xmlns:a16="http://schemas.microsoft.com/office/drawing/2014/main" id="{F8D91A80-661E-DFE3-6490-D3486EA2D9FC}"/>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a:effectLst>
                <a:outerShdw blurRad="38100" dist="38100" dir="2700000" algn="tl">
                  <a:srgbClr val="FFFFFF"/>
                </a:outerShdw>
              </a:effectLst>
              <a:latin typeface="Times New Roman" charset="0"/>
              <a:ea typeface="+mn-ea"/>
            </a:endParaRPr>
          </a:p>
        </p:txBody>
      </p:sp>
      <p:sp>
        <p:nvSpPr>
          <p:cNvPr id="677891" name="Text Box 3">
            <a:extLst>
              <a:ext uri="{FF2B5EF4-FFF2-40B4-BE49-F238E27FC236}">
                <a16:creationId xmlns:a16="http://schemas.microsoft.com/office/drawing/2014/main" id="{7A509F9E-BA73-D112-F92F-4BB2DF4CBED9}"/>
              </a:ext>
            </a:extLst>
          </p:cNvPr>
          <p:cNvSpPr txBox="1">
            <a:spLocks noChangeArrowheads="1"/>
          </p:cNvSpPr>
          <p:nvPr/>
        </p:nvSpPr>
        <p:spPr bwMode="auto">
          <a:xfrm>
            <a:off x="228600" y="76200"/>
            <a:ext cx="4327525" cy="579438"/>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3200">
                <a:effectLst>
                  <a:outerShdw blurRad="38100" dist="38100" dir="2700000" algn="tl">
                    <a:srgbClr val="C0C0C0"/>
                  </a:outerShdw>
                </a:effectLst>
                <a:latin typeface="Times" panose="02020603050405020304" pitchFamily="18" charset="0"/>
              </a:rPr>
              <a:t>2-2   THE OSI MODEL</a:t>
            </a:r>
          </a:p>
        </p:txBody>
      </p:sp>
      <p:sp>
        <p:nvSpPr>
          <p:cNvPr id="10245" name="Text Box 4">
            <a:extLst>
              <a:ext uri="{FF2B5EF4-FFF2-40B4-BE49-F238E27FC236}">
                <a16:creationId xmlns:a16="http://schemas.microsoft.com/office/drawing/2014/main" id="{524559E1-76AF-7375-77E1-9FD61C1E98B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endParaRPr lang="en-US"/>
          </a:p>
        </p:txBody>
      </p:sp>
      <p:sp>
        <p:nvSpPr>
          <p:cNvPr id="677893" name="Rectangle 5">
            <a:extLst>
              <a:ext uri="{FF2B5EF4-FFF2-40B4-BE49-F238E27FC236}">
                <a16:creationId xmlns:a16="http://schemas.microsoft.com/office/drawing/2014/main" id="{2EF8A0D4-4660-D4F1-1B61-D25FEF27658C}"/>
              </a:ext>
            </a:extLst>
          </p:cNvPr>
          <p:cNvSpPr>
            <a:spLocks noChangeArrowheads="1"/>
          </p:cNvSpPr>
          <p:nvPr/>
        </p:nvSpPr>
        <p:spPr bwMode="auto">
          <a:xfrm>
            <a:off x="76200" y="850900"/>
            <a:ext cx="8610600" cy="2654300"/>
          </a:xfrm>
          <a:prstGeom prst="rect">
            <a:avLst/>
          </a:prstGeom>
          <a:noFill/>
          <a:ln>
            <a:noFill/>
          </a:ln>
          <a:effectLst/>
        </p:spPr>
        <p:txBody>
          <a:bodyPr anchor="ct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just" eaLnBrk="1" hangingPunct="1"/>
            <a:r>
              <a:rPr lang="en-US" altLang="en-US" sz="2800" i="1">
                <a:effectLst>
                  <a:outerShdw blurRad="38100" dist="38100" dir="2700000" algn="tl">
                    <a:srgbClr val="C0C0C0"/>
                  </a:outerShdw>
                </a:effectLst>
              </a:rPr>
              <a:t>Established in 1947, the International Standards Organization (</a:t>
            </a:r>
            <a:r>
              <a:rPr lang="en-US" altLang="en-US" sz="2800" i="1">
                <a:solidFill>
                  <a:schemeClr val="hlink"/>
                </a:solidFill>
                <a:effectLst>
                  <a:outerShdw blurRad="38100" dist="38100" dir="2700000" algn="tl">
                    <a:srgbClr val="C0C0C0"/>
                  </a:outerShdw>
                </a:effectLst>
              </a:rPr>
              <a:t>ISO</a:t>
            </a:r>
            <a:r>
              <a:rPr lang="en-US" altLang="en-US" sz="2800" i="1">
                <a:effectLst>
                  <a:outerShdw blurRad="38100" dist="38100" dir="2700000" algn="tl">
                    <a:srgbClr val="C0C0C0"/>
                  </a:outerShdw>
                </a:effectLst>
              </a:rPr>
              <a:t>) is a multinational body dedicated to worldwide agreement on international standards. An ISO standard that covers all aspects of network communications is the Open Systems Interconnection (</a:t>
            </a:r>
            <a:r>
              <a:rPr lang="en-US" altLang="en-US" sz="2800" i="1">
                <a:solidFill>
                  <a:schemeClr val="hlink"/>
                </a:solidFill>
                <a:effectLst>
                  <a:outerShdw blurRad="38100" dist="38100" dir="2700000" algn="tl">
                    <a:srgbClr val="C0C0C0"/>
                  </a:outerShdw>
                </a:effectLst>
              </a:rPr>
              <a:t>OSI</a:t>
            </a:r>
            <a:r>
              <a:rPr lang="en-US" altLang="en-US" sz="2800" i="1">
                <a:effectLst>
                  <a:outerShdw blurRad="38100" dist="38100" dir="2700000" algn="tl">
                    <a:srgbClr val="C0C0C0"/>
                  </a:outerShdw>
                </a:effectLst>
              </a:rPr>
              <a:t>) model. It was first introduced in the late 1970s. </a:t>
            </a:r>
          </a:p>
        </p:txBody>
      </p:sp>
      <p:sp>
        <p:nvSpPr>
          <p:cNvPr id="10247" name="Rectangle 6">
            <a:extLst>
              <a:ext uri="{FF2B5EF4-FFF2-40B4-BE49-F238E27FC236}">
                <a16:creationId xmlns:a16="http://schemas.microsoft.com/office/drawing/2014/main" id="{60B9039A-B277-462C-ED86-EFAB3456B888}"/>
              </a:ext>
            </a:extLst>
          </p:cNvPr>
          <p:cNvSpPr>
            <a:spLocks noChangeArrowheads="1"/>
          </p:cNvSpPr>
          <p:nvPr/>
        </p:nvSpPr>
        <p:spPr bwMode="auto">
          <a:xfrm>
            <a:off x="228600" y="4972050"/>
            <a:ext cx="5715000"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Clr>
                <a:schemeClr val="tx1"/>
              </a:buClr>
              <a:buSzPct val="117000"/>
              <a:buFont typeface="Wingdings" charset="0"/>
              <a:buNone/>
              <a:defRPr/>
            </a:pPr>
            <a:r>
              <a:rPr lang="fr-FR" sz="2400">
                <a:solidFill>
                  <a:srgbClr val="0033CC"/>
                </a:solidFill>
                <a:latin typeface="Times New Roman" charset="0"/>
                <a:ea typeface="ＭＳ Ｐゴシック" charset="0"/>
              </a:rPr>
              <a:t>Layered Architecture</a:t>
            </a:r>
            <a:br>
              <a:rPr lang="fr-FR" sz="2400">
                <a:solidFill>
                  <a:srgbClr val="0033CC"/>
                </a:solidFill>
                <a:latin typeface="Times New Roman" charset="0"/>
                <a:ea typeface="ＭＳ Ｐゴシック" charset="0"/>
              </a:rPr>
            </a:br>
            <a:r>
              <a:rPr lang="fr-FR" sz="2400">
                <a:solidFill>
                  <a:srgbClr val="0033CC"/>
                </a:solidFill>
                <a:latin typeface="Times New Roman" charset="0"/>
                <a:ea typeface="ＭＳ Ｐゴシック" charset="0"/>
              </a:rPr>
              <a:t>Peer-to-Peer Processes</a:t>
            </a:r>
          </a:p>
          <a:p>
            <a:pPr>
              <a:buClr>
                <a:schemeClr val="tx1"/>
              </a:buClr>
              <a:buSzPct val="117000"/>
              <a:buFont typeface="Wingdings" charset="0"/>
              <a:buNone/>
              <a:defRPr/>
            </a:pPr>
            <a:r>
              <a:rPr lang="en-US" sz="2400">
                <a:solidFill>
                  <a:srgbClr val="0033CC"/>
                </a:solidFill>
                <a:latin typeface="Times New Roman" charset="0"/>
                <a:ea typeface="ＭＳ Ｐゴシック" charset="0"/>
              </a:rPr>
              <a:t>Encapsulation</a:t>
            </a:r>
          </a:p>
        </p:txBody>
      </p:sp>
      <p:sp>
        <p:nvSpPr>
          <p:cNvPr id="677895" name="Text Box 7">
            <a:extLst>
              <a:ext uri="{FF2B5EF4-FFF2-40B4-BE49-F238E27FC236}">
                <a16:creationId xmlns:a16="http://schemas.microsoft.com/office/drawing/2014/main" id="{1103B634-0480-00AB-57C6-8F35CBBA9B37}"/>
              </a:ext>
            </a:extLst>
          </p:cNvPr>
          <p:cNvSpPr txBox="1">
            <a:spLocks noChangeArrowheads="1"/>
          </p:cNvSpPr>
          <p:nvPr/>
        </p:nvSpPr>
        <p:spPr bwMode="auto">
          <a:xfrm>
            <a:off x="239713" y="4495800"/>
            <a:ext cx="4867275" cy="519113"/>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ctr"/>
            <a:r>
              <a:rPr lang="en-US" altLang="en-US"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a:extLst>
              <a:ext uri="{FF2B5EF4-FFF2-40B4-BE49-F238E27FC236}">
                <a16:creationId xmlns:a16="http://schemas.microsoft.com/office/drawing/2014/main" id="{C650AF46-755C-D325-97B4-E04BE2BB0139}"/>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E527E629-39C8-4262-87C5-D68C0949DC89}" type="slidenum">
              <a:rPr lang="en-US" altLang="en-US" sz="2000">
                <a:latin typeface="Arial" panose="020B0604020202020204" pitchFamily="34" charset="0"/>
              </a:rPr>
              <a:pPr/>
              <a:t>5</a:t>
            </a:fld>
            <a:endParaRPr lang="en-US" altLang="en-US" sz="2000">
              <a:latin typeface="Arial" panose="020B0604020202020204" pitchFamily="34" charset="0"/>
            </a:endParaRPr>
          </a:p>
        </p:txBody>
      </p:sp>
      <p:sp>
        <p:nvSpPr>
          <p:cNvPr id="12291" name="Rectangle 2">
            <a:extLst>
              <a:ext uri="{FF2B5EF4-FFF2-40B4-BE49-F238E27FC236}">
                <a16:creationId xmlns:a16="http://schemas.microsoft.com/office/drawing/2014/main" id="{89D2E566-57D1-9118-AD6B-D0E1E900A23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2" name="Rectangle 3">
            <a:extLst>
              <a:ext uri="{FF2B5EF4-FFF2-40B4-BE49-F238E27FC236}">
                <a16:creationId xmlns:a16="http://schemas.microsoft.com/office/drawing/2014/main" id="{BD17444F-F369-DA9E-BD0B-9C13A31AB91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3" name="Rectangle 4">
            <a:extLst>
              <a:ext uri="{FF2B5EF4-FFF2-40B4-BE49-F238E27FC236}">
                <a16:creationId xmlns:a16="http://schemas.microsoft.com/office/drawing/2014/main" id="{B20C8428-1D6F-F3AE-42A1-DF31827A76B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4" name="Rectangle 5">
            <a:extLst>
              <a:ext uri="{FF2B5EF4-FFF2-40B4-BE49-F238E27FC236}">
                <a16:creationId xmlns:a16="http://schemas.microsoft.com/office/drawing/2014/main" id="{DA380D8E-6D78-BD64-445B-499E44420F5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5" name="Rectangle 6">
            <a:extLst>
              <a:ext uri="{FF2B5EF4-FFF2-40B4-BE49-F238E27FC236}">
                <a16:creationId xmlns:a16="http://schemas.microsoft.com/office/drawing/2014/main" id="{567D2075-35B4-5C20-5D36-5C681E48835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6" name="Rectangle 7">
            <a:extLst>
              <a:ext uri="{FF2B5EF4-FFF2-40B4-BE49-F238E27FC236}">
                <a16:creationId xmlns:a16="http://schemas.microsoft.com/office/drawing/2014/main" id="{9452BC80-F708-E1AD-73F8-95D71F8239C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7" name="Rectangle 8">
            <a:extLst>
              <a:ext uri="{FF2B5EF4-FFF2-40B4-BE49-F238E27FC236}">
                <a16:creationId xmlns:a16="http://schemas.microsoft.com/office/drawing/2014/main" id="{C4A36871-BC16-0C92-1ED9-BE38A589C04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12298" name="Line 9">
            <a:extLst>
              <a:ext uri="{FF2B5EF4-FFF2-40B4-BE49-F238E27FC236}">
                <a16:creationId xmlns:a16="http://schemas.microsoft.com/office/drawing/2014/main" id="{7B01DB17-7039-CC49-2528-787EF9F595C1}"/>
              </a:ext>
            </a:extLst>
          </p:cNvPr>
          <p:cNvSpPr>
            <a:spLocks noChangeShapeType="1"/>
          </p:cNvSpPr>
          <p:nvPr/>
        </p:nvSpPr>
        <p:spPr bwMode="auto">
          <a:xfrm>
            <a:off x="457200" y="2819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2299" name="Line 10">
            <a:extLst>
              <a:ext uri="{FF2B5EF4-FFF2-40B4-BE49-F238E27FC236}">
                <a16:creationId xmlns:a16="http://schemas.microsoft.com/office/drawing/2014/main" id="{0F158B0A-9E2E-757E-BC4D-1CFBFBF2A9F6}"/>
              </a:ext>
            </a:extLst>
          </p:cNvPr>
          <p:cNvSpPr>
            <a:spLocks noChangeShapeType="1"/>
          </p:cNvSpPr>
          <p:nvPr/>
        </p:nvSpPr>
        <p:spPr bwMode="auto">
          <a:xfrm>
            <a:off x="458788" y="3810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2300" name="Rectangle 11">
            <a:extLst>
              <a:ext uri="{FF2B5EF4-FFF2-40B4-BE49-F238E27FC236}">
                <a16:creationId xmlns:a16="http://schemas.microsoft.com/office/drawing/2014/main" id="{BCEA386E-39C1-AF76-1AB3-27918B07ABB7}"/>
              </a:ext>
            </a:extLst>
          </p:cNvPr>
          <p:cNvSpPr>
            <a:spLocks noChangeArrowheads="1"/>
          </p:cNvSpPr>
          <p:nvPr/>
        </p:nvSpPr>
        <p:spPr bwMode="auto">
          <a:xfrm>
            <a:off x="495300" y="29114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ISO is the organization.</a:t>
            </a:r>
            <a:br>
              <a:rPr lang="en-US" sz="2400">
                <a:latin typeface="Times New Roman" charset="0"/>
                <a:ea typeface="ＭＳ Ｐゴシック" charset="0"/>
              </a:rPr>
            </a:br>
            <a:r>
              <a:rPr lang="en-US" sz="2400">
                <a:latin typeface="Times New Roman" charset="0"/>
                <a:ea typeface="ＭＳ Ｐゴシック" charset="0"/>
              </a:rPr>
              <a:t>OSI is the model.</a:t>
            </a:r>
          </a:p>
        </p:txBody>
      </p:sp>
      <p:grpSp>
        <p:nvGrpSpPr>
          <p:cNvPr id="23564" name="Group 17">
            <a:extLst>
              <a:ext uri="{FF2B5EF4-FFF2-40B4-BE49-F238E27FC236}">
                <a16:creationId xmlns:a16="http://schemas.microsoft.com/office/drawing/2014/main" id="{02029CD3-31B0-C010-845C-5494F6EC43F0}"/>
              </a:ext>
            </a:extLst>
          </p:cNvPr>
          <p:cNvGrpSpPr>
            <a:grpSpLocks/>
          </p:cNvGrpSpPr>
          <p:nvPr/>
        </p:nvGrpSpPr>
        <p:grpSpPr bwMode="auto">
          <a:xfrm>
            <a:off x="457200" y="2133600"/>
            <a:ext cx="1143000" cy="566738"/>
            <a:chOff x="1200" y="1248"/>
            <a:chExt cx="720" cy="357"/>
          </a:xfrm>
        </p:grpSpPr>
        <p:pic>
          <p:nvPicPr>
            <p:cNvPr id="12302" name="Picture 18">
              <a:extLst>
                <a:ext uri="{FF2B5EF4-FFF2-40B4-BE49-F238E27FC236}">
                  <a16:creationId xmlns:a16="http://schemas.microsoft.com/office/drawing/2014/main" id="{6A48B8E7-A95F-1011-5F25-0DA9F5313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2303" name="Text Box 19">
              <a:extLst>
                <a:ext uri="{FF2B5EF4-FFF2-40B4-BE49-F238E27FC236}">
                  <a16:creationId xmlns:a16="http://schemas.microsoft.com/office/drawing/2014/main" id="{91266FD8-6196-172A-E2ED-DC69FE339F4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a:extLst>
              <a:ext uri="{FF2B5EF4-FFF2-40B4-BE49-F238E27FC236}">
                <a16:creationId xmlns:a16="http://schemas.microsoft.com/office/drawing/2014/main" id="{FC7DCAAC-CEAC-67D3-C958-BB24171A6C6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26FD9F8E-D664-4BC8-A634-FFD720444941}" type="slidenum">
              <a:rPr lang="en-US" altLang="en-US" sz="2000">
                <a:latin typeface="Arial" panose="020B0604020202020204" pitchFamily="34" charset="0"/>
              </a:rPr>
              <a:pPr/>
              <a:t>6</a:t>
            </a:fld>
            <a:endParaRPr lang="en-US" altLang="en-US" sz="2000">
              <a:latin typeface="Arial" panose="020B0604020202020204" pitchFamily="34" charset="0"/>
            </a:endParaRPr>
          </a:p>
        </p:txBody>
      </p:sp>
      <p:sp>
        <p:nvSpPr>
          <p:cNvPr id="14339" name="Line 2">
            <a:extLst>
              <a:ext uri="{FF2B5EF4-FFF2-40B4-BE49-F238E27FC236}">
                <a16:creationId xmlns:a16="http://schemas.microsoft.com/office/drawing/2014/main" id="{79B7BC28-6529-565E-4CDB-8F7109648BDA}"/>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4340" name="Line 3">
            <a:extLst>
              <a:ext uri="{FF2B5EF4-FFF2-40B4-BE49-F238E27FC236}">
                <a16:creationId xmlns:a16="http://schemas.microsoft.com/office/drawing/2014/main" id="{C8143673-308B-AF71-452B-12425FB0925D}"/>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4341" name="Text Box 4">
            <a:extLst>
              <a:ext uri="{FF2B5EF4-FFF2-40B4-BE49-F238E27FC236}">
                <a16:creationId xmlns:a16="http://schemas.microsoft.com/office/drawing/2014/main" id="{A0B76669-D4FB-5ADB-3F1D-418652DE1D3E}"/>
              </a:ext>
            </a:extLst>
          </p:cNvPr>
          <p:cNvSpPr txBox="1">
            <a:spLocks noChangeArrowheads="1"/>
          </p:cNvSpPr>
          <p:nvPr/>
        </p:nvSpPr>
        <p:spPr bwMode="auto">
          <a:xfrm>
            <a:off x="304800" y="457200"/>
            <a:ext cx="48101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2.2  </a:t>
            </a:r>
            <a:r>
              <a:rPr lang="en-US" sz="2000" i="1"/>
              <a:t>Seven layers of the OSI model</a:t>
            </a:r>
          </a:p>
        </p:txBody>
      </p:sp>
      <p:sp>
        <p:nvSpPr>
          <p:cNvPr id="14342" name="Line 5">
            <a:extLst>
              <a:ext uri="{FF2B5EF4-FFF2-40B4-BE49-F238E27FC236}">
                <a16:creationId xmlns:a16="http://schemas.microsoft.com/office/drawing/2014/main" id="{D33EFB3C-4EF4-3B6C-6DFF-9BCE89A6F0C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14343" name="Picture 6">
            <a:extLst>
              <a:ext uri="{FF2B5EF4-FFF2-40B4-BE49-F238E27FC236}">
                <a16:creationId xmlns:a16="http://schemas.microsoft.com/office/drawing/2014/main" id="{77A273FA-6EFE-23A4-50E8-877555B74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1427163"/>
            <a:ext cx="4251325" cy="4364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a:extLst>
              <a:ext uri="{FF2B5EF4-FFF2-40B4-BE49-F238E27FC236}">
                <a16:creationId xmlns:a16="http://schemas.microsoft.com/office/drawing/2014/main" id="{4DD8AC9D-655B-9410-14BB-D4DC3DCAE30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F72BE70F-AD66-412A-8F8E-1ADB863C40BB}" type="slidenum">
              <a:rPr lang="en-US" altLang="en-US" sz="2000">
                <a:latin typeface="Arial" panose="020B0604020202020204" pitchFamily="34" charset="0"/>
              </a:rPr>
              <a:pPr/>
              <a:t>7</a:t>
            </a:fld>
            <a:endParaRPr lang="en-US" altLang="en-US" sz="2000">
              <a:latin typeface="Arial" panose="020B0604020202020204" pitchFamily="34" charset="0"/>
            </a:endParaRPr>
          </a:p>
        </p:txBody>
      </p:sp>
      <p:sp>
        <p:nvSpPr>
          <p:cNvPr id="16387" name="Line 2">
            <a:extLst>
              <a:ext uri="{FF2B5EF4-FFF2-40B4-BE49-F238E27FC236}">
                <a16:creationId xmlns:a16="http://schemas.microsoft.com/office/drawing/2014/main" id="{B0FF2B7C-4D48-1A41-8FD9-290172E789A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6388" name="Line 3">
            <a:extLst>
              <a:ext uri="{FF2B5EF4-FFF2-40B4-BE49-F238E27FC236}">
                <a16:creationId xmlns:a16="http://schemas.microsoft.com/office/drawing/2014/main" id="{A644DF5B-DF5D-8733-9CCF-66A5E70FF19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6389" name="Text Box 4">
            <a:extLst>
              <a:ext uri="{FF2B5EF4-FFF2-40B4-BE49-F238E27FC236}">
                <a16:creationId xmlns:a16="http://schemas.microsoft.com/office/drawing/2014/main" id="{7BB058EE-9000-660F-8238-AB3E48F86991}"/>
              </a:ext>
            </a:extLst>
          </p:cNvPr>
          <p:cNvSpPr txBox="1">
            <a:spLocks noChangeArrowheads="1"/>
          </p:cNvSpPr>
          <p:nvPr/>
        </p:nvSpPr>
        <p:spPr bwMode="auto">
          <a:xfrm>
            <a:off x="304800" y="381000"/>
            <a:ext cx="67151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2.3  </a:t>
            </a:r>
            <a:r>
              <a:rPr lang="en-US" sz="2000" i="1"/>
              <a:t>The interaction between layers in the OSI model</a:t>
            </a:r>
          </a:p>
        </p:txBody>
      </p:sp>
      <p:sp>
        <p:nvSpPr>
          <p:cNvPr id="16390" name="Line 5">
            <a:extLst>
              <a:ext uri="{FF2B5EF4-FFF2-40B4-BE49-F238E27FC236}">
                <a16:creationId xmlns:a16="http://schemas.microsoft.com/office/drawing/2014/main" id="{4C28E025-3A7B-89A7-104A-A9439362A47E}"/>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16391" name="Picture 6">
            <a:extLst>
              <a:ext uri="{FF2B5EF4-FFF2-40B4-BE49-F238E27FC236}">
                <a16:creationId xmlns:a16="http://schemas.microsoft.com/office/drawing/2014/main" id="{20B2858D-F182-BCDE-6B58-37BC8FD82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650" y="1066800"/>
            <a:ext cx="6965950" cy="5160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a:extLst>
              <a:ext uri="{FF2B5EF4-FFF2-40B4-BE49-F238E27FC236}">
                <a16:creationId xmlns:a16="http://schemas.microsoft.com/office/drawing/2014/main" id="{8301D966-41B7-8224-9F41-5F9DAFC81D1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6C978A0D-1E02-4A88-9995-BC70F0B652AD}" type="slidenum">
              <a:rPr lang="en-US" altLang="en-US" sz="2000">
                <a:latin typeface="Arial" panose="020B0604020202020204" pitchFamily="34" charset="0"/>
              </a:rPr>
              <a:pPr/>
              <a:t>8</a:t>
            </a:fld>
            <a:endParaRPr lang="en-US" altLang="en-US" sz="2000">
              <a:latin typeface="Arial" panose="020B0604020202020204" pitchFamily="34" charset="0"/>
            </a:endParaRPr>
          </a:p>
        </p:txBody>
      </p:sp>
      <p:sp>
        <p:nvSpPr>
          <p:cNvPr id="18435" name="Line 2">
            <a:extLst>
              <a:ext uri="{FF2B5EF4-FFF2-40B4-BE49-F238E27FC236}">
                <a16:creationId xmlns:a16="http://schemas.microsoft.com/office/drawing/2014/main" id="{94F98034-D58C-1196-3C37-5368BAFE3A2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8436" name="Line 3">
            <a:extLst>
              <a:ext uri="{FF2B5EF4-FFF2-40B4-BE49-F238E27FC236}">
                <a16:creationId xmlns:a16="http://schemas.microsoft.com/office/drawing/2014/main" id="{6C2A9C18-BAE1-DC14-6133-D9AC87D4D36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18437" name="Text Box 4">
            <a:extLst>
              <a:ext uri="{FF2B5EF4-FFF2-40B4-BE49-F238E27FC236}">
                <a16:creationId xmlns:a16="http://schemas.microsoft.com/office/drawing/2014/main" id="{1667E7BA-C56E-5347-7396-BF91D9109535}"/>
              </a:ext>
            </a:extLst>
          </p:cNvPr>
          <p:cNvSpPr txBox="1">
            <a:spLocks noChangeArrowheads="1"/>
          </p:cNvSpPr>
          <p:nvPr/>
        </p:nvSpPr>
        <p:spPr bwMode="auto">
          <a:xfrm>
            <a:off x="304800" y="381000"/>
            <a:ext cx="52482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2.4  </a:t>
            </a:r>
            <a:r>
              <a:rPr lang="en-US" sz="2000" i="1"/>
              <a:t>An exchange using the OSI model</a:t>
            </a:r>
          </a:p>
        </p:txBody>
      </p:sp>
      <p:sp>
        <p:nvSpPr>
          <p:cNvPr id="18438" name="Line 5">
            <a:extLst>
              <a:ext uri="{FF2B5EF4-FFF2-40B4-BE49-F238E27FC236}">
                <a16:creationId xmlns:a16="http://schemas.microsoft.com/office/drawing/2014/main" id="{6BBE7F2F-A61F-92C9-8F93-56EE9894A0F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18439" name="Picture 6">
            <a:extLst>
              <a:ext uri="{FF2B5EF4-FFF2-40B4-BE49-F238E27FC236}">
                <a16:creationId xmlns:a16="http://schemas.microsoft.com/office/drawing/2014/main" id="{59446764-27E4-8CBA-A150-47C69CA49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1200150"/>
            <a:ext cx="7523162" cy="4819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a:extLst>
              <a:ext uri="{FF2B5EF4-FFF2-40B4-BE49-F238E27FC236}">
                <a16:creationId xmlns:a16="http://schemas.microsoft.com/office/drawing/2014/main" id="{DE473A70-B8D3-82A7-A67F-C9C93FC8661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81AB8941-5B5F-4663-8A55-3446E4EB5F15}" type="slidenum">
              <a:rPr lang="en-US" altLang="en-US" sz="2000">
                <a:latin typeface="Arial" panose="020B0604020202020204" pitchFamily="34" charset="0"/>
              </a:rPr>
              <a:pPr/>
              <a:t>9</a:t>
            </a:fld>
            <a:endParaRPr lang="en-US" altLang="en-US" sz="2000">
              <a:latin typeface="Arial" panose="020B0604020202020204" pitchFamily="34" charset="0"/>
            </a:endParaRPr>
          </a:p>
        </p:txBody>
      </p:sp>
      <p:sp>
        <p:nvSpPr>
          <p:cNvPr id="678914" name="Rectangle 2">
            <a:extLst>
              <a:ext uri="{FF2B5EF4-FFF2-40B4-BE49-F238E27FC236}">
                <a16:creationId xmlns:a16="http://schemas.microsoft.com/office/drawing/2014/main" id="{7D272128-7745-03AA-8AC2-8120AA41C9F2}"/>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a:effectLst>
                <a:outerShdw blurRad="38100" dist="38100" dir="2700000" algn="tl">
                  <a:srgbClr val="FFFFFF"/>
                </a:outerShdw>
              </a:effectLst>
              <a:latin typeface="Times New Roman" charset="0"/>
              <a:ea typeface="+mn-ea"/>
            </a:endParaRPr>
          </a:p>
        </p:txBody>
      </p:sp>
      <p:sp>
        <p:nvSpPr>
          <p:cNvPr id="678915" name="Text Box 3">
            <a:extLst>
              <a:ext uri="{FF2B5EF4-FFF2-40B4-BE49-F238E27FC236}">
                <a16:creationId xmlns:a16="http://schemas.microsoft.com/office/drawing/2014/main" id="{375F0B2D-B399-443D-9CE2-66367F8509EC}"/>
              </a:ext>
            </a:extLst>
          </p:cNvPr>
          <p:cNvSpPr txBox="1">
            <a:spLocks noChangeArrowheads="1"/>
          </p:cNvSpPr>
          <p:nvPr/>
        </p:nvSpPr>
        <p:spPr bwMode="auto">
          <a:xfrm>
            <a:off x="228600" y="76200"/>
            <a:ext cx="6630988" cy="579438"/>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3200">
                <a:effectLst>
                  <a:outerShdw blurRad="38100" dist="38100" dir="2700000" algn="tl">
                    <a:srgbClr val="C0C0C0"/>
                  </a:outerShdw>
                </a:effectLst>
                <a:latin typeface="Times" panose="02020603050405020304" pitchFamily="18" charset="0"/>
              </a:rPr>
              <a:t>2-3   LAYERS IN THE OSI MODEL</a:t>
            </a:r>
          </a:p>
        </p:txBody>
      </p:sp>
      <p:sp>
        <p:nvSpPr>
          <p:cNvPr id="20485" name="Text Box 4">
            <a:extLst>
              <a:ext uri="{FF2B5EF4-FFF2-40B4-BE49-F238E27FC236}">
                <a16:creationId xmlns:a16="http://schemas.microsoft.com/office/drawing/2014/main" id="{235DE21D-1D82-8D7B-EC21-B2B81EA93FB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endParaRPr lang="en-US"/>
          </a:p>
        </p:txBody>
      </p:sp>
      <p:sp>
        <p:nvSpPr>
          <p:cNvPr id="678917" name="Rectangle 5">
            <a:extLst>
              <a:ext uri="{FF2B5EF4-FFF2-40B4-BE49-F238E27FC236}">
                <a16:creationId xmlns:a16="http://schemas.microsoft.com/office/drawing/2014/main" id="{E2F5CA01-116E-5310-E8BC-5FB2978DA20C}"/>
              </a:ext>
            </a:extLst>
          </p:cNvPr>
          <p:cNvSpPr>
            <a:spLocks noChangeArrowheads="1"/>
          </p:cNvSpPr>
          <p:nvPr/>
        </p:nvSpPr>
        <p:spPr bwMode="auto">
          <a:xfrm>
            <a:off x="76200" y="987425"/>
            <a:ext cx="8610600" cy="946150"/>
          </a:xfrm>
          <a:prstGeom prst="rect">
            <a:avLst/>
          </a:prstGeom>
          <a:noFill/>
          <a:ln>
            <a:noFill/>
          </a:ln>
          <a:effectLst/>
        </p:spPr>
        <p:txBody>
          <a:bodyPr anchor="ct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just" eaLnBrk="1" hangingPunct="1"/>
            <a:r>
              <a:rPr lang="en-US" altLang="en-US" sz="2800" i="1">
                <a:effectLst>
                  <a:outerShdw blurRad="38100" dist="38100" dir="2700000" algn="tl">
                    <a:srgbClr val="C0C0C0"/>
                  </a:outerShdw>
                </a:effectLst>
              </a:rPr>
              <a:t>In this section we briefly describe the functions of each layer in the OSI model.</a:t>
            </a:r>
          </a:p>
        </p:txBody>
      </p:sp>
      <p:sp>
        <p:nvSpPr>
          <p:cNvPr id="20487" name="Rectangle 6">
            <a:extLst>
              <a:ext uri="{FF2B5EF4-FFF2-40B4-BE49-F238E27FC236}">
                <a16:creationId xmlns:a16="http://schemas.microsoft.com/office/drawing/2014/main" id="{20C3F56A-BB61-87F0-99DB-C5B25F9C258D}"/>
              </a:ext>
            </a:extLst>
          </p:cNvPr>
          <p:cNvSpPr>
            <a:spLocks noChangeArrowheads="1"/>
          </p:cNvSpPr>
          <p:nvPr/>
        </p:nvSpPr>
        <p:spPr bwMode="auto">
          <a:xfrm>
            <a:off x="228600" y="3295650"/>
            <a:ext cx="5715000" cy="2647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Clr>
                <a:schemeClr val="tx1"/>
              </a:buClr>
              <a:buSzPct val="117000"/>
              <a:buFont typeface="Wingdings" charset="0"/>
              <a:buNone/>
              <a:defRPr/>
            </a:pPr>
            <a:r>
              <a:rPr lang="fr-FR" sz="2400">
                <a:solidFill>
                  <a:srgbClr val="0033CC"/>
                </a:solidFill>
                <a:latin typeface="Times New Roman" charset="0"/>
                <a:ea typeface="ＭＳ Ｐゴシック" charset="0"/>
              </a:rPr>
              <a:t>Physical Layer</a:t>
            </a:r>
            <a:br>
              <a:rPr lang="fr-FR" sz="2400">
                <a:solidFill>
                  <a:srgbClr val="0033CC"/>
                </a:solidFill>
                <a:latin typeface="Times New Roman" charset="0"/>
                <a:ea typeface="ＭＳ Ｐゴシック" charset="0"/>
              </a:rPr>
            </a:br>
            <a:r>
              <a:rPr lang="fr-FR" sz="2400">
                <a:solidFill>
                  <a:srgbClr val="0033CC"/>
                </a:solidFill>
                <a:latin typeface="Times New Roman" charset="0"/>
                <a:ea typeface="ＭＳ Ｐゴシック" charset="0"/>
              </a:rPr>
              <a:t>Data Link Layer</a:t>
            </a:r>
          </a:p>
          <a:p>
            <a:pPr>
              <a:buClr>
                <a:schemeClr val="tx1"/>
              </a:buClr>
              <a:buSzPct val="117000"/>
              <a:buFont typeface="Wingdings" charset="0"/>
              <a:buNone/>
              <a:defRPr/>
            </a:pPr>
            <a:r>
              <a:rPr lang="en-US" sz="2400">
                <a:solidFill>
                  <a:srgbClr val="0033CC"/>
                </a:solidFill>
                <a:latin typeface="Times New Roman" charset="0"/>
                <a:ea typeface="ＭＳ Ｐゴシック" charset="0"/>
              </a:rPr>
              <a:t>Network Layer</a:t>
            </a:r>
          </a:p>
          <a:p>
            <a:pPr>
              <a:buClr>
                <a:schemeClr val="tx1"/>
              </a:buClr>
              <a:buSzPct val="117000"/>
              <a:buFont typeface="Wingdings" charset="0"/>
              <a:buNone/>
              <a:defRPr/>
            </a:pPr>
            <a:r>
              <a:rPr lang="en-US" sz="2400">
                <a:solidFill>
                  <a:srgbClr val="0033CC"/>
                </a:solidFill>
                <a:latin typeface="Times New Roman" charset="0"/>
                <a:ea typeface="ＭＳ Ｐゴシック" charset="0"/>
              </a:rPr>
              <a:t>Transport Layer</a:t>
            </a:r>
          </a:p>
          <a:p>
            <a:pPr>
              <a:buClr>
                <a:schemeClr val="tx1"/>
              </a:buClr>
              <a:buSzPct val="117000"/>
              <a:buFont typeface="Wingdings" charset="0"/>
              <a:buNone/>
              <a:defRPr/>
            </a:pPr>
            <a:r>
              <a:rPr lang="en-US" sz="2400">
                <a:solidFill>
                  <a:srgbClr val="0033CC"/>
                </a:solidFill>
                <a:latin typeface="Times New Roman" charset="0"/>
                <a:ea typeface="ＭＳ Ｐゴシック" charset="0"/>
              </a:rPr>
              <a:t>Session Layer</a:t>
            </a:r>
          </a:p>
          <a:p>
            <a:pPr>
              <a:buClr>
                <a:schemeClr val="tx1"/>
              </a:buClr>
              <a:buSzPct val="117000"/>
              <a:buFont typeface="Wingdings" charset="0"/>
              <a:buNone/>
              <a:defRPr/>
            </a:pPr>
            <a:r>
              <a:rPr lang="en-US" sz="2400">
                <a:solidFill>
                  <a:srgbClr val="0033CC"/>
                </a:solidFill>
                <a:latin typeface="Times New Roman" charset="0"/>
                <a:ea typeface="ＭＳ Ｐゴシック" charset="0"/>
              </a:rPr>
              <a:t>Presentation Layer</a:t>
            </a:r>
          </a:p>
          <a:p>
            <a:pPr>
              <a:buClr>
                <a:schemeClr val="tx1"/>
              </a:buClr>
              <a:buSzPct val="117000"/>
              <a:buFont typeface="Wingdings" charset="0"/>
              <a:buNone/>
              <a:defRPr/>
            </a:pPr>
            <a:r>
              <a:rPr lang="en-US" sz="2400">
                <a:solidFill>
                  <a:srgbClr val="0033CC"/>
                </a:solidFill>
                <a:latin typeface="Times New Roman" charset="0"/>
                <a:ea typeface="ＭＳ Ｐゴシック" charset="0"/>
              </a:rPr>
              <a:t>Application Layer</a:t>
            </a:r>
          </a:p>
        </p:txBody>
      </p:sp>
      <p:sp>
        <p:nvSpPr>
          <p:cNvPr id="678919" name="Text Box 7">
            <a:extLst>
              <a:ext uri="{FF2B5EF4-FFF2-40B4-BE49-F238E27FC236}">
                <a16:creationId xmlns:a16="http://schemas.microsoft.com/office/drawing/2014/main" id="{DBE88834-5133-AA54-5F11-351FF32BF37C}"/>
              </a:ext>
            </a:extLst>
          </p:cNvPr>
          <p:cNvSpPr txBox="1">
            <a:spLocks noChangeArrowheads="1"/>
          </p:cNvSpPr>
          <p:nvPr/>
        </p:nvSpPr>
        <p:spPr bwMode="auto">
          <a:xfrm>
            <a:off x="239713" y="2819400"/>
            <a:ext cx="4867275" cy="519113"/>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ctr"/>
            <a:r>
              <a:rPr lang="en-US" altLang="en-US"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a:extLst>
              <a:ext uri="{FF2B5EF4-FFF2-40B4-BE49-F238E27FC236}">
                <a16:creationId xmlns:a16="http://schemas.microsoft.com/office/drawing/2014/main" id="{4E351CE7-F210-12D4-86C0-31745CF0557D}"/>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60290BBD-6978-49B2-B911-266426AA6030}" type="slidenum">
              <a:rPr lang="en-US" altLang="en-US" sz="2000">
                <a:latin typeface="Arial" panose="020B0604020202020204" pitchFamily="34" charset="0"/>
              </a:rPr>
              <a:pPr/>
              <a:t>10</a:t>
            </a:fld>
            <a:endParaRPr lang="en-US" altLang="en-US" sz="2000">
              <a:latin typeface="Arial" panose="020B0604020202020204" pitchFamily="34" charset="0"/>
            </a:endParaRPr>
          </a:p>
        </p:txBody>
      </p:sp>
      <p:sp>
        <p:nvSpPr>
          <p:cNvPr id="22531" name="Line 2">
            <a:extLst>
              <a:ext uri="{FF2B5EF4-FFF2-40B4-BE49-F238E27FC236}">
                <a16:creationId xmlns:a16="http://schemas.microsoft.com/office/drawing/2014/main" id="{110D55F1-2246-8E69-A5EF-AC7456AFD99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2532" name="Line 3">
            <a:extLst>
              <a:ext uri="{FF2B5EF4-FFF2-40B4-BE49-F238E27FC236}">
                <a16:creationId xmlns:a16="http://schemas.microsoft.com/office/drawing/2014/main" id="{A45A6B26-D64F-AEBE-2535-0CAE6124D41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2533" name="Text Box 4">
            <a:extLst>
              <a:ext uri="{FF2B5EF4-FFF2-40B4-BE49-F238E27FC236}">
                <a16:creationId xmlns:a16="http://schemas.microsoft.com/office/drawing/2014/main" id="{5C315AEF-C36D-DA78-6FD7-433C81E29F2A}"/>
              </a:ext>
            </a:extLst>
          </p:cNvPr>
          <p:cNvSpPr txBox="1">
            <a:spLocks noChangeArrowheads="1"/>
          </p:cNvSpPr>
          <p:nvPr/>
        </p:nvSpPr>
        <p:spPr bwMode="auto">
          <a:xfrm>
            <a:off x="304800" y="381000"/>
            <a:ext cx="31321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2.5  </a:t>
            </a:r>
            <a:r>
              <a:rPr lang="en-US" sz="2000" i="1"/>
              <a:t>Physical layer</a:t>
            </a:r>
          </a:p>
        </p:txBody>
      </p:sp>
      <p:sp>
        <p:nvSpPr>
          <p:cNvPr id="22534" name="Line 5">
            <a:extLst>
              <a:ext uri="{FF2B5EF4-FFF2-40B4-BE49-F238E27FC236}">
                <a16:creationId xmlns:a16="http://schemas.microsoft.com/office/drawing/2014/main" id="{EC7DE97D-2B6D-2245-A025-238D536413F2}"/>
              </a:ext>
            </a:extLst>
          </p:cNvPr>
          <p:cNvSpPr>
            <a:spLocks noChangeShapeType="1"/>
          </p:cNvSpPr>
          <p:nvPr/>
        </p:nvSpPr>
        <p:spPr bwMode="auto">
          <a:xfrm>
            <a:off x="152400" y="6172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22535" name="Picture 6">
            <a:extLst>
              <a:ext uri="{FF2B5EF4-FFF2-40B4-BE49-F238E27FC236}">
                <a16:creationId xmlns:a16="http://schemas.microsoft.com/office/drawing/2014/main" id="{62FC3547-8BB1-812B-104C-0F6ABE447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349500"/>
            <a:ext cx="8629650" cy="2755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4F46A5E1-299A-7B27-36E6-87F7C527251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0A821A48-C97E-410B-97BF-D5826A85DEAD}" type="slidenum">
              <a:rPr lang="en-US" altLang="en-US" sz="2000">
                <a:latin typeface="Arial" panose="020B0604020202020204" pitchFamily="34" charset="0"/>
              </a:rPr>
              <a:pPr/>
              <a:t>11</a:t>
            </a:fld>
            <a:endParaRPr lang="en-US" altLang="en-US" sz="2000">
              <a:latin typeface="Arial" panose="020B0604020202020204" pitchFamily="34" charset="0"/>
            </a:endParaRPr>
          </a:p>
        </p:txBody>
      </p:sp>
      <p:sp>
        <p:nvSpPr>
          <p:cNvPr id="24579" name="Rectangle 2">
            <a:extLst>
              <a:ext uri="{FF2B5EF4-FFF2-40B4-BE49-F238E27FC236}">
                <a16:creationId xmlns:a16="http://schemas.microsoft.com/office/drawing/2014/main" id="{A24E83EA-8114-A272-DE28-3857BC1DF07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0" name="Rectangle 3">
            <a:extLst>
              <a:ext uri="{FF2B5EF4-FFF2-40B4-BE49-F238E27FC236}">
                <a16:creationId xmlns:a16="http://schemas.microsoft.com/office/drawing/2014/main" id="{2B784CE1-EA2A-9B50-4E0D-0BFF2BB8987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1" name="Rectangle 4">
            <a:extLst>
              <a:ext uri="{FF2B5EF4-FFF2-40B4-BE49-F238E27FC236}">
                <a16:creationId xmlns:a16="http://schemas.microsoft.com/office/drawing/2014/main" id="{4138BBAD-B753-0CB5-B326-10E0B021FBD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2" name="Rectangle 5">
            <a:extLst>
              <a:ext uri="{FF2B5EF4-FFF2-40B4-BE49-F238E27FC236}">
                <a16:creationId xmlns:a16="http://schemas.microsoft.com/office/drawing/2014/main" id="{BBF0F29B-44F4-2A3C-1186-F14B8B91AF7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3" name="Rectangle 6">
            <a:extLst>
              <a:ext uri="{FF2B5EF4-FFF2-40B4-BE49-F238E27FC236}">
                <a16:creationId xmlns:a16="http://schemas.microsoft.com/office/drawing/2014/main" id="{6923E3D0-6608-BD6E-CBE5-776AC14E729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4" name="Rectangle 7">
            <a:extLst>
              <a:ext uri="{FF2B5EF4-FFF2-40B4-BE49-F238E27FC236}">
                <a16:creationId xmlns:a16="http://schemas.microsoft.com/office/drawing/2014/main" id="{94ED886C-42E9-46C4-E0F5-91705F46266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5" name="Rectangle 8">
            <a:extLst>
              <a:ext uri="{FF2B5EF4-FFF2-40B4-BE49-F238E27FC236}">
                <a16:creationId xmlns:a16="http://schemas.microsoft.com/office/drawing/2014/main" id="{2754F3B5-1CF8-750E-2F5D-3047161C0BB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4586" name="Line 9">
            <a:extLst>
              <a:ext uri="{FF2B5EF4-FFF2-40B4-BE49-F238E27FC236}">
                <a16:creationId xmlns:a16="http://schemas.microsoft.com/office/drawing/2014/main" id="{0A23B2FE-810F-8DAD-51DD-973075688F39}"/>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4587" name="Line 10">
            <a:extLst>
              <a:ext uri="{FF2B5EF4-FFF2-40B4-BE49-F238E27FC236}">
                <a16:creationId xmlns:a16="http://schemas.microsoft.com/office/drawing/2014/main" id="{097FC26E-880E-1A4C-A1D8-6E4C64A2D34B}"/>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4588" name="Rectangle 11">
            <a:extLst>
              <a:ext uri="{FF2B5EF4-FFF2-40B4-BE49-F238E27FC236}">
                <a16:creationId xmlns:a16="http://schemas.microsoft.com/office/drawing/2014/main" id="{F3CD5BB7-CB90-DAD6-D17A-A6A4A61CDAED}"/>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physical layer is responsible for movements of</a:t>
            </a:r>
          </a:p>
          <a:p>
            <a:pPr algn="ctr">
              <a:defRPr/>
            </a:pPr>
            <a:r>
              <a:rPr lang="en-US" sz="2400">
                <a:latin typeface="Times New Roman" charset="0"/>
                <a:ea typeface="ＭＳ Ｐゴシック" charset="0"/>
              </a:rPr>
              <a:t>individual bits from one hop (node) to the next.</a:t>
            </a:r>
          </a:p>
        </p:txBody>
      </p:sp>
      <p:grpSp>
        <p:nvGrpSpPr>
          <p:cNvPr id="35852" name="Group 15">
            <a:extLst>
              <a:ext uri="{FF2B5EF4-FFF2-40B4-BE49-F238E27FC236}">
                <a16:creationId xmlns:a16="http://schemas.microsoft.com/office/drawing/2014/main" id="{E6CAEAB1-F16F-7CFF-CF03-CACABC5C309F}"/>
              </a:ext>
            </a:extLst>
          </p:cNvPr>
          <p:cNvGrpSpPr>
            <a:grpSpLocks/>
          </p:cNvGrpSpPr>
          <p:nvPr/>
        </p:nvGrpSpPr>
        <p:grpSpPr bwMode="auto">
          <a:xfrm>
            <a:off x="457200" y="2286000"/>
            <a:ext cx="1143000" cy="566738"/>
            <a:chOff x="1200" y="1248"/>
            <a:chExt cx="720" cy="357"/>
          </a:xfrm>
        </p:grpSpPr>
        <p:pic>
          <p:nvPicPr>
            <p:cNvPr id="24590" name="Picture 16">
              <a:extLst>
                <a:ext uri="{FF2B5EF4-FFF2-40B4-BE49-F238E27FC236}">
                  <a16:creationId xmlns:a16="http://schemas.microsoft.com/office/drawing/2014/main" id="{8AE5EFDC-81D5-99FA-44F8-7A63302F5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4591" name="Text Box 17">
              <a:extLst>
                <a:ext uri="{FF2B5EF4-FFF2-40B4-BE49-F238E27FC236}">
                  <a16:creationId xmlns:a16="http://schemas.microsoft.com/office/drawing/2014/main" id="{CE29FE09-F9ED-D1E5-5AB2-46BBD06730F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a:extLst>
              <a:ext uri="{FF2B5EF4-FFF2-40B4-BE49-F238E27FC236}">
                <a16:creationId xmlns:a16="http://schemas.microsoft.com/office/drawing/2014/main" id="{F0C463DB-1E63-EBF9-CE13-4C72E7823B4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0176C26B-A671-4B8F-83C2-43B10DA03918}" type="slidenum">
              <a:rPr lang="en-US" altLang="en-US" sz="2000">
                <a:latin typeface="Arial" panose="020B0604020202020204" pitchFamily="34" charset="0"/>
              </a:rPr>
              <a:pPr/>
              <a:t>12</a:t>
            </a:fld>
            <a:endParaRPr lang="en-US" altLang="en-US" sz="2000">
              <a:latin typeface="Arial" panose="020B0604020202020204" pitchFamily="34" charset="0"/>
            </a:endParaRPr>
          </a:p>
        </p:txBody>
      </p:sp>
      <p:sp>
        <p:nvSpPr>
          <p:cNvPr id="26627" name="Line 2">
            <a:extLst>
              <a:ext uri="{FF2B5EF4-FFF2-40B4-BE49-F238E27FC236}">
                <a16:creationId xmlns:a16="http://schemas.microsoft.com/office/drawing/2014/main" id="{39A74BFE-FEC0-A3FE-EB8F-6817C7D1288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6628" name="Line 3">
            <a:extLst>
              <a:ext uri="{FF2B5EF4-FFF2-40B4-BE49-F238E27FC236}">
                <a16:creationId xmlns:a16="http://schemas.microsoft.com/office/drawing/2014/main" id="{D0FED297-D735-5F4B-541A-433879EC9F5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6629" name="Text Box 4">
            <a:extLst>
              <a:ext uri="{FF2B5EF4-FFF2-40B4-BE49-F238E27FC236}">
                <a16:creationId xmlns:a16="http://schemas.microsoft.com/office/drawing/2014/main" id="{6EC18289-9F6D-9EB7-C43A-57A46A30C0B2}"/>
              </a:ext>
            </a:extLst>
          </p:cNvPr>
          <p:cNvSpPr txBox="1">
            <a:spLocks noChangeArrowheads="1"/>
          </p:cNvSpPr>
          <p:nvPr/>
        </p:nvSpPr>
        <p:spPr bwMode="auto">
          <a:xfrm>
            <a:off x="304800" y="381000"/>
            <a:ext cx="32226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2.6  </a:t>
            </a:r>
            <a:r>
              <a:rPr lang="en-US" sz="2000" i="1"/>
              <a:t>Data link layer</a:t>
            </a:r>
          </a:p>
        </p:txBody>
      </p:sp>
      <p:sp>
        <p:nvSpPr>
          <p:cNvPr id="26630" name="Line 5">
            <a:extLst>
              <a:ext uri="{FF2B5EF4-FFF2-40B4-BE49-F238E27FC236}">
                <a16:creationId xmlns:a16="http://schemas.microsoft.com/office/drawing/2014/main" id="{5E2ACFBC-C592-D6A3-244B-19F0A211A14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26631" name="Picture 6">
            <a:extLst>
              <a:ext uri="{FF2B5EF4-FFF2-40B4-BE49-F238E27FC236}">
                <a16:creationId xmlns:a16="http://schemas.microsoft.com/office/drawing/2014/main" id="{88FE14F8-FEC5-65B4-81BE-E58C30209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057400"/>
            <a:ext cx="8418512" cy="27955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a:extLst>
              <a:ext uri="{FF2B5EF4-FFF2-40B4-BE49-F238E27FC236}">
                <a16:creationId xmlns:a16="http://schemas.microsoft.com/office/drawing/2014/main" id="{6DDF0382-BCC9-9AFB-F3B6-9DAF348376FA}"/>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E6D223A1-671C-497B-B7BA-D72995C65639}" type="slidenum">
              <a:rPr lang="en-US" altLang="en-US" sz="2000">
                <a:latin typeface="Arial" panose="020B0604020202020204" pitchFamily="34" charset="0"/>
              </a:rPr>
              <a:pPr/>
              <a:t>13</a:t>
            </a:fld>
            <a:endParaRPr lang="en-US" altLang="en-US" sz="2000">
              <a:latin typeface="Arial" panose="020B0604020202020204" pitchFamily="34" charset="0"/>
            </a:endParaRPr>
          </a:p>
        </p:txBody>
      </p:sp>
      <p:sp>
        <p:nvSpPr>
          <p:cNvPr id="28675" name="Rectangle 2">
            <a:extLst>
              <a:ext uri="{FF2B5EF4-FFF2-40B4-BE49-F238E27FC236}">
                <a16:creationId xmlns:a16="http://schemas.microsoft.com/office/drawing/2014/main" id="{EE4DBB58-0DED-BDA5-4882-879B8627A5F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76" name="Rectangle 3">
            <a:extLst>
              <a:ext uri="{FF2B5EF4-FFF2-40B4-BE49-F238E27FC236}">
                <a16:creationId xmlns:a16="http://schemas.microsoft.com/office/drawing/2014/main" id="{DFEBCB12-3396-C17E-344F-2073207470D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77" name="Rectangle 4">
            <a:extLst>
              <a:ext uri="{FF2B5EF4-FFF2-40B4-BE49-F238E27FC236}">
                <a16:creationId xmlns:a16="http://schemas.microsoft.com/office/drawing/2014/main" id="{0C63D600-498C-5968-12BD-4F9F8C2FA9C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78" name="Rectangle 5">
            <a:extLst>
              <a:ext uri="{FF2B5EF4-FFF2-40B4-BE49-F238E27FC236}">
                <a16:creationId xmlns:a16="http://schemas.microsoft.com/office/drawing/2014/main" id="{5CE5B3C0-0612-8F2A-9D0B-AA4DCDDC51F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79" name="Rectangle 6">
            <a:extLst>
              <a:ext uri="{FF2B5EF4-FFF2-40B4-BE49-F238E27FC236}">
                <a16:creationId xmlns:a16="http://schemas.microsoft.com/office/drawing/2014/main" id="{54617A74-FCC3-0573-DBAB-21D48B2EDCC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80" name="Rectangle 7">
            <a:extLst>
              <a:ext uri="{FF2B5EF4-FFF2-40B4-BE49-F238E27FC236}">
                <a16:creationId xmlns:a16="http://schemas.microsoft.com/office/drawing/2014/main" id="{F41EA689-06C7-F32A-50FC-5A8EA5A2B5E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81" name="Rectangle 8">
            <a:extLst>
              <a:ext uri="{FF2B5EF4-FFF2-40B4-BE49-F238E27FC236}">
                <a16:creationId xmlns:a16="http://schemas.microsoft.com/office/drawing/2014/main" id="{52A2D6C5-A139-5D7B-B065-C9E9BA5EAFC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28682" name="Line 9">
            <a:extLst>
              <a:ext uri="{FF2B5EF4-FFF2-40B4-BE49-F238E27FC236}">
                <a16:creationId xmlns:a16="http://schemas.microsoft.com/office/drawing/2014/main" id="{8D8C0760-BF2F-A7A9-F1CD-D620B3B5DBCB}"/>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8683" name="Line 10">
            <a:extLst>
              <a:ext uri="{FF2B5EF4-FFF2-40B4-BE49-F238E27FC236}">
                <a16:creationId xmlns:a16="http://schemas.microsoft.com/office/drawing/2014/main" id="{1D45075F-29F6-A6E8-19E7-264B577706BA}"/>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28684" name="Rectangle 11">
            <a:extLst>
              <a:ext uri="{FF2B5EF4-FFF2-40B4-BE49-F238E27FC236}">
                <a16:creationId xmlns:a16="http://schemas.microsoft.com/office/drawing/2014/main" id="{9BE6E7B5-B748-8ADB-C247-A3169189EF06}"/>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data link layer is responsible for moving </a:t>
            </a:r>
            <a:br>
              <a:rPr lang="en-US" sz="2400">
                <a:latin typeface="Times New Roman" charset="0"/>
                <a:ea typeface="ＭＳ Ｐゴシック" charset="0"/>
              </a:rPr>
            </a:br>
            <a:r>
              <a:rPr lang="en-US" sz="2400">
                <a:latin typeface="Times New Roman" charset="0"/>
                <a:ea typeface="ＭＳ Ｐゴシック" charset="0"/>
              </a:rPr>
              <a:t>frames from one hop (node) to the next.</a:t>
            </a:r>
          </a:p>
        </p:txBody>
      </p:sp>
      <p:grpSp>
        <p:nvGrpSpPr>
          <p:cNvPr id="39948" name="Group 15">
            <a:extLst>
              <a:ext uri="{FF2B5EF4-FFF2-40B4-BE49-F238E27FC236}">
                <a16:creationId xmlns:a16="http://schemas.microsoft.com/office/drawing/2014/main" id="{449E875E-D3D0-3048-1707-EF989D3B02D0}"/>
              </a:ext>
            </a:extLst>
          </p:cNvPr>
          <p:cNvGrpSpPr>
            <a:grpSpLocks/>
          </p:cNvGrpSpPr>
          <p:nvPr/>
        </p:nvGrpSpPr>
        <p:grpSpPr bwMode="auto">
          <a:xfrm>
            <a:off x="457200" y="2286000"/>
            <a:ext cx="1143000" cy="566738"/>
            <a:chOff x="1200" y="1248"/>
            <a:chExt cx="720" cy="357"/>
          </a:xfrm>
        </p:grpSpPr>
        <p:pic>
          <p:nvPicPr>
            <p:cNvPr id="28686" name="Picture 16">
              <a:extLst>
                <a:ext uri="{FF2B5EF4-FFF2-40B4-BE49-F238E27FC236}">
                  <a16:creationId xmlns:a16="http://schemas.microsoft.com/office/drawing/2014/main" id="{19D607B1-3B28-88DD-6958-152DFB6730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8687" name="Text Box 17">
              <a:extLst>
                <a:ext uri="{FF2B5EF4-FFF2-40B4-BE49-F238E27FC236}">
                  <a16:creationId xmlns:a16="http://schemas.microsoft.com/office/drawing/2014/main" id="{A0B137F3-7AF1-9E07-6545-4EFEA42D493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a:extLst>
              <a:ext uri="{FF2B5EF4-FFF2-40B4-BE49-F238E27FC236}">
                <a16:creationId xmlns:a16="http://schemas.microsoft.com/office/drawing/2014/main" id="{24A89FE3-33DC-CA60-CEA4-95B204268E3F}"/>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1384052E-47D7-48B4-9E0B-04467A816973}" type="slidenum">
              <a:rPr lang="en-US" altLang="en-US" sz="2000">
                <a:latin typeface="Arial" panose="020B0604020202020204" pitchFamily="34" charset="0"/>
              </a:rPr>
              <a:pPr/>
              <a:t>14</a:t>
            </a:fld>
            <a:endParaRPr lang="en-US" altLang="en-US" sz="2000">
              <a:latin typeface="Arial" panose="020B0604020202020204" pitchFamily="34" charset="0"/>
            </a:endParaRPr>
          </a:p>
        </p:txBody>
      </p:sp>
      <p:sp>
        <p:nvSpPr>
          <p:cNvPr id="30723" name="Line 2">
            <a:extLst>
              <a:ext uri="{FF2B5EF4-FFF2-40B4-BE49-F238E27FC236}">
                <a16:creationId xmlns:a16="http://schemas.microsoft.com/office/drawing/2014/main" id="{B741B30E-91C5-49DD-68AE-17A2C78530E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0724" name="Line 3">
            <a:extLst>
              <a:ext uri="{FF2B5EF4-FFF2-40B4-BE49-F238E27FC236}">
                <a16:creationId xmlns:a16="http://schemas.microsoft.com/office/drawing/2014/main" id="{4744F769-C744-6831-98DB-BB22CE7007A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0725" name="Text Box 4">
            <a:extLst>
              <a:ext uri="{FF2B5EF4-FFF2-40B4-BE49-F238E27FC236}">
                <a16:creationId xmlns:a16="http://schemas.microsoft.com/office/drawing/2014/main" id="{3F4846A5-FD00-72B9-A309-4B66374346AB}"/>
              </a:ext>
            </a:extLst>
          </p:cNvPr>
          <p:cNvSpPr txBox="1">
            <a:spLocks noChangeArrowheads="1"/>
          </p:cNvSpPr>
          <p:nvPr/>
        </p:nvSpPr>
        <p:spPr bwMode="auto">
          <a:xfrm>
            <a:off x="304800" y="381000"/>
            <a:ext cx="37528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2.7  </a:t>
            </a:r>
            <a:r>
              <a:rPr lang="en-US" sz="2000" i="1"/>
              <a:t>Hop-to-hop delivery</a:t>
            </a:r>
          </a:p>
        </p:txBody>
      </p:sp>
      <p:sp>
        <p:nvSpPr>
          <p:cNvPr id="30726" name="Line 5">
            <a:extLst>
              <a:ext uri="{FF2B5EF4-FFF2-40B4-BE49-F238E27FC236}">
                <a16:creationId xmlns:a16="http://schemas.microsoft.com/office/drawing/2014/main" id="{1055E9CE-336F-AF46-6C2A-FFB042AAE6C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30727" name="Picture 6">
            <a:extLst>
              <a:ext uri="{FF2B5EF4-FFF2-40B4-BE49-F238E27FC236}">
                <a16:creationId xmlns:a16="http://schemas.microsoft.com/office/drawing/2014/main" id="{0FBEAA11-1B6C-0E6E-9A18-A703827DD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143000"/>
            <a:ext cx="6216650" cy="45799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a:extLst>
              <a:ext uri="{FF2B5EF4-FFF2-40B4-BE49-F238E27FC236}">
                <a16:creationId xmlns:a16="http://schemas.microsoft.com/office/drawing/2014/main" id="{ED72617C-2515-915E-DC45-746054A23BB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58CF7BC5-5134-49EB-BEA8-10BBFE0A8378}" type="slidenum">
              <a:rPr lang="en-US" altLang="en-US" sz="2000">
                <a:latin typeface="Arial" panose="020B0604020202020204" pitchFamily="34" charset="0"/>
              </a:rPr>
              <a:pPr/>
              <a:t>15</a:t>
            </a:fld>
            <a:endParaRPr lang="en-US" altLang="en-US" sz="2000">
              <a:latin typeface="Arial" panose="020B0604020202020204" pitchFamily="34" charset="0"/>
            </a:endParaRPr>
          </a:p>
        </p:txBody>
      </p:sp>
      <p:sp>
        <p:nvSpPr>
          <p:cNvPr id="32771" name="Line 2">
            <a:extLst>
              <a:ext uri="{FF2B5EF4-FFF2-40B4-BE49-F238E27FC236}">
                <a16:creationId xmlns:a16="http://schemas.microsoft.com/office/drawing/2014/main" id="{187DF172-11B3-C488-EB66-A6CB20B4356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2772" name="Line 3">
            <a:extLst>
              <a:ext uri="{FF2B5EF4-FFF2-40B4-BE49-F238E27FC236}">
                <a16:creationId xmlns:a16="http://schemas.microsoft.com/office/drawing/2014/main" id="{F53DE60E-7C6F-8C50-A93F-611F8975F59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2773" name="Text Box 4">
            <a:extLst>
              <a:ext uri="{FF2B5EF4-FFF2-40B4-BE49-F238E27FC236}">
                <a16:creationId xmlns:a16="http://schemas.microsoft.com/office/drawing/2014/main" id="{197CDE9A-52B2-A80A-9FE1-9F18145FCD8E}"/>
              </a:ext>
            </a:extLst>
          </p:cNvPr>
          <p:cNvSpPr txBox="1">
            <a:spLocks noChangeArrowheads="1"/>
          </p:cNvSpPr>
          <p:nvPr/>
        </p:nvSpPr>
        <p:spPr bwMode="auto">
          <a:xfrm>
            <a:off x="304800" y="381000"/>
            <a:ext cx="31321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2.8  </a:t>
            </a:r>
            <a:r>
              <a:rPr lang="en-US" sz="2000" i="1"/>
              <a:t>Network layer</a:t>
            </a:r>
          </a:p>
        </p:txBody>
      </p:sp>
      <p:sp>
        <p:nvSpPr>
          <p:cNvPr id="32774" name="Line 5">
            <a:extLst>
              <a:ext uri="{FF2B5EF4-FFF2-40B4-BE49-F238E27FC236}">
                <a16:creationId xmlns:a16="http://schemas.microsoft.com/office/drawing/2014/main" id="{38836329-FA74-C842-3CEC-3CAD10C56DC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32775" name="Picture 6">
            <a:extLst>
              <a:ext uri="{FF2B5EF4-FFF2-40B4-BE49-F238E27FC236}">
                <a16:creationId xmlns:a16="http://schemas.microsoft.com/office/drawing/2014/main" id="{67D5A1AC-F8CD-2D93-2ACC-F4D58600A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1963738"/>
            <a:ext cx="8675687" cy="29130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a:extLst>
              <a:ext uri="{FF2B5EF4-FFF2-40B4-BE49-F238E27FC236}">
                <a16:creationId xmlns:a16="http://schemas.microsoft.com/office/drawing/2014/main" id="{48E1AB5B-F56F-82AA-E978-62E29519EAEF}"/>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01488606-5ECE-4C4E-A582-EB06B9D1C40A}" type="slidenum">
              <a:rPr lang="en-US" altLang="en-US" sz="2000">
                <a:latin typeface="Arial" panose="020B0604020202020204" pitchFamily="34" charset="0"/>
              </a:rPr>
              <a:pPr/>
              <a:t>16</a:t>
            </a:fld>
            <a:endParaRPr lang="en-US" altLang="en-US" sz="2000">
              <a:latin typeface="Arial" panose="020B0604020202020204" pitchFamily="34" charset="0"/>
            </a:endParaRPr>
          </a:p>
        </p:txBody>
      </p:sp>
      <p:sp>
        <p:nvSpPr>
          <p:cNvPr id="34819" name="Rectangle 2">
            <a:extLst>
              <a:ext uri="{FF2B5EF4-FFF2-40B4-BE49-F238E27FC236}">
                <a16:creationId xmlns:a16="http://schemas.microsoft.com/office/drawing/2014/main" id="{F29CEC9F-211D-A5A1-EF6B-A96BFD868EB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0" name="Rectangle 3">
            <a:extLst>
              <a:ext uri="{FF2B5EF4-FFF2-40B4-BE49-F238E27FC236}">
                <a16:creationId xmlns:a16="http://schemas.microsoft.com/office/drawing/2014/main" id="{34FACA4F-D06E-096E-17D9-92C344BF385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1" name="Rectangle 4">
            <a:extLst>
              <a:ext uri="{FF2B5EF4-FFF2-40B4-BE49-F238E27FC236}">
                <a16:creationId xmlns:a16="http://schemas.microsoft.com/office/drawing/2014/main" id="{8E09D983-49AE-29B7-DF19-304576EA121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2" name="Rectangle 5">
            <a:extLst>
              <a:ext uri="{FF2B5EF4-FFF2-40B4-BE49-F238E27FC236}">
                <a16:creationId xmlns:a16="http://schemas.microsoft.com/office/drawing/2014/main" id="{2D0E636B-782F-484C-8156-7EBFDF1500B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3" name="Rectangle 6">
            <a:extLst>
              <a:ext uri="{FF2B5EF4-FFF2-40B4-BE49-F238E27FC236}">
                <a16:creationId xmlns:a16="http://schemas.microsoft.com/office/drawing/2014/main" id="{9AE75EC3-D56E-61D3-E232-B63BF95B8E0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4" name="Rectangle 7">
            <a:extLst>
              <a:ext uri="{FF2B5EF4-FFF2-40B4-BE49-F238E27FC236}">
                <a16:creationId xmlns:a16="http://schemas.microsoft.com/office/drawing/2014/main" id="{B5562B14-A2ED-C5B1-7052-89919D9873B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5" name="Rectangle 8">
            <a:extLst>
              <a:ext uri="{FF2B5EF4-FFF2-40B4-BE49-F238E27FC236}">
                <a16:creationId xmlns:a16="http://schemas.microsoft.com/office/drawing/2014/main" id="{0186F101-4628-6066-6DEA-AD2CB7F35CA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34826" name="Line 9">
            <a:extLst>
              <a:ext uri="{FF2B5EF4-FFF2-40B4-BE49-F238E27FC236}">
                <a16:creationId xmlns:a16="http://schemas.microsoft.com/office/drawing/2014/main" id="{C217ABF9-89FF-6257-440A-C796F6EF86DA}"/>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4827" name="Line 10">
            <a:extLst>
              <a:ext uri="{FF2B5EF4-FFF2-40B4-BE49-F238E27FC236}">
                <a16:creationId xmlns:a16="http://schemas.microsoft.com/office/drawing/2014/main" id="{A760C7C1-9843-B0F8-F842-D73701471F83}"/>
              </a:ext>
            </a:extLst>
          </p:cNvPr>
          <p:cNvSpPr>
            <a:spLocks noChangeShapeType="1"/>
          </p:cNvSpPr>
          <p:nvPr/>
        </p:nvSpPr>
        <p:spPr bwMode="auto">
          <a:xfrm>
            <a:off x="458788" y="4343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4828" name="Rectangle 11">
            <a:extLst>
              <a:ext uri="{FF2B5EF4-FFF2-40B4-BE49-F238E27FC236}">
                <a16:creationId xmlns:a16="http://schemas.microsoft.com/office/drawing/2014/main" id="{D317E8B0-72EE-2702-E8D3-58BB92595D7E}"/>
              </a:ext>
            </a:extLst>
          </p:cNvPr>
          <p:cNvSpPr>
            <a:spLocks noChangeArrowheads="1"/>
          </p:cNvSpPr>
          <p:nvPr/>
        </p:nvSpPr>
        <p:spPr bwMode="auto">
          <a:xfrm>
            <a:off x="495300" y="3063875"/>
            <a:ext cx="8077200" cy="1187450"/>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network layer is responsible for the </a:t>
            </a:r>
            <a:br>
              <a:rPr lang="en-US" sz="2400">
                <a:latin typeface="Times New Roman" charset="0"/>
                <a:ea typeface="ＭＳ Ｐゴシック" charset="0"/>
              </a:rPr>
            </a:br>
            <a:r>
              <a:rPr lang="en-US" sz="2400">
                <a:latin typeface="Times New Roman" charset="0"/>
                <a:ea typeface="ＭＳ Ｐゴシック" charset="0"/>
              </a:rPr>
              <a:t>delivery of individual packets from </a:t>
            </a:r>
          </a:p>
          <a:p>
            <a:pPr algn="ctr">
              <a:defRPr/>
            </a:pPr>
            <a:r>
              <a:rPr lang="en-US" sz="2400">
                <a:latin typeface="Times New Roman" charset="0"/>
                <a:ea typeface="ＭＳ Ｐゴシック" charset="0"/>
              </a:rPr>
              <a:t>the source host to the destination host.</a:t>
            </a:r>
          </a:p>
        </p:txBody>
      </p:sp>
      <p:grpSp>
        <p:nvGrpSpPr>
          <p:cNvPr id="46092" name="Group 15">
            <a:extLst>
              <a:ext uri="{FF2B5EF4-FFF2-40B4-BE49-F238E27FC236}">
                <a16:creationId xmlns:a16="http://schemas.microsoft.com/office/drawing/2014/main" id="{FA227715-E40A-8A96-AC09-3DD20CB8D8E0}"/>
              </a:ext>
            </a:extLst>
          </p:cNvPr>
          <p:cNvGrpSpPr>
            <a:grpSpLocks/>
          </p:cNvGrpSpPr>
          <p:nvPr/>
        </p:nvGrpSpPr>
        <p:grpSpPr bwMode="auto">
          <a:xfrm>
            <a:off x="533400" y="2286000"/>
            <a:ext cx="1143000" cy="566738"/>
            <a:chOff x="1200" y="1248"/>
            <a:chExt cx="720" cy="357"/>
          </a:xfrm>
        </p:grpSpPr>
        <p:pic>
          <p:nvPicPr>
            <p:cNvPr id="34830" name="Picture 16">
              <a:extLst>
                <a:ext uri="{FF2B5EF4-FFF2-40B4-BE49-F238E27FC236}">
                  <a16:creationId xmlns:a16="http://schemas.microsoft.com/office/drawing/2014/main" id="{4431D66B-42DA-4EDB-8D3C-F4134829D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4831" name="Text Box 17">
              <a:extLst>
                <a:ext uri="{FF2B5EF4-FFF2-40B4-BE49-F238E27FC236}">
                  <a16:creationId xmlns:a16="http://schemas.microsoft.com/office/drawing/2014/main" id="{FE4003C6-D957-DD9F-0E24-5CF4E77BC64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1">
            <a:extLst>
              <a:ext uri="{FF2B5EF4-FFF2-40B4-BE49-F238E27FC236}">
                <a16:creationId xmlns:a16="http://schemas.microsoft.com/office/drawing/2014/main" id="{27EB6F81-33DB-9E99-75D0-A821444E07D5}"/>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41D29BEE-40B9-400D-99EF-6E25ADDF7EB8}" type="slidenum">
              <a:rPr lang="en-US" altLang="en-US" sz="2000">
                <a:latin typeface="Arial" panose="020B0604020202020204" pitchFamily="34" charset="0"/>
              </a:rPr>
              <a:pPr/>
              <a:t>17</a:t>
            </a:fld>
            <a:endParaRPr lang="en-US" altLang="en-US" sz="2000">
              <a:latin typeface="Arial" panose="020B0604020202020204" pitchFamily="34" charset="0"/>
            </a:endParaRPr>
          </a:p>
        </p:txBody>
      </p:sp>
      <p:sp>
        <p:nvSpPr>
          <p:cNvPr id="36867" name="Line 2">
            <a:extLst>
              <a:ext uri="{FF2B5EF4-FFF2-40B4-BE49-F238E27FC236}">
                <a16:creationId xmlns:a16="http://schemas.microsoft.com/office/drawing/2014/main" id="{A8F61CA8-5670-0989-189A-05D7D73CAE5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6868" name="Line 3">
            <a:extLst>
              <a:ext uri="{FF2B5EF4-FFF2-40B4-BE49-F238E27FC236}">
                <a16:creationId xmlns:a16="http://schemas.microsoft.com/office/drawing/2014/main" id="{82F58CDD-6EB3-4C8D-8A8D-911F574CCFB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6869" name="Text Box 4">
            <a:extLst>
              <a:ext uri="{FF2B5EF4-FFF2-40B4-BE49-F238E27FC236}">
                <a16:creationId xmlns:a16="http://schemas.microsoft.com/office/drawing/2014/main" id="{01697420-E3BB-FBD8-DDB0-3BCEA39A117E}"/>
              </a:ext>
            </a:extLst>
          </p:cNvPr>
          <p:cNvSpPr txBox="1">
            <a:spLocks noChangeArrowheads="1"/>
          </p:cNvSpPr>
          <p:nvPr/>
        </p:nvSpPr>
        <p:spPr bwMode="auto">
          <a:xfrm>
            <a:off x="304800" y="381000"/>
            <a:ext cx="47958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2.9  </a:t>
            </a:r>
            <a:r>
              <a:rPr lang="en-US" sz="2000" i="1"/>
              <a:t>Source-to-destination delivery</a:t>
            </a:r>
          </a:p>
        </p:txBody>
      </p:sp>
      <p:sp>
        <p:nvSpPr>
          <p:cNvPr id="36870" name="Line 5">
            <a:extLst>
              <a:ext uri="{FF2B5EF4-FFF2-40B4-BE49-F238E27FC236}">
                <a16:creationId xmlns:a16="http://schemas.microsoft.com/office/drawing/2014/main" id="{5909C65F-956D-4E40-ECA7-47391C8D7AE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36871" name="Picture 6">
            <a:extLst>
              <a:ext uri="{FF2B5EF4-FFF2-40B4-BE49-F238E27FC236}">
                <a16:creationId xmlns:a16="http://schemas.microsoft.com/office/drawing/2014/main" id="{0D5FAC27-435C-FF2C-DF88-96844A4BE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5" y="1195388"/>
            <a:ext cx="5083175" cy="48244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a:extLst>
              <a:ext uri="{FF2B5EF4-FFF2-40B4-BE49-F238E27FC236}">
                <a16:creationId xmlns:a16="http://schemas.microsoft.com/office/drawing/2014/main" id="{01D398AC-F636-D01F-892C-7AF82D277CEC}"/>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1A48E997-F3E2-4EDA-9313-6A6F12D1DFB1}" type="slidenum">
              <a:rPr lang="en-US" altLang="en-US" sz="2000">
                <a:latin typeface="Arial" panose="020B0604020202020204" pitchFamily="34" charset="0"/>
              </a:rPr>
              <a:pPr/>
              <a:t>18</a:t>
            </a:fld>
            <a:endParaRPr lang="en-US" altLang="en-US" sz="2000">
              <a:latin typeface="Arial" panose="020B0604020202020204" pitchFamily="34" charset="0"/>
            </a:endParaRPr>
          </a:p>
        </p:txBody>
      </p:sp>
      <p:sp>
        <p:nvSpPr>
          <p:cNvPr id="38915" name="Line 2">
            <a:extLst>
              <a:ext uri="{FF2B5EF4-FFF2-40B4-BE49-F238E27FC236}">
                <a16:creationId xmlns:a16="http://schemas.microsoft.com/office/drawing/2014/main" id="{CC8C6338-14B8-8A98-9195-64F3A66F115D}"/>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8916" name="Line 3">
            <a:extLst>
              <a:ext uri="{FF2B5EF4-FFF2-40B4-BE49-F238E27FC236}">
                <a16:creationId xmlns:a16="http://schemas.microsoft.com/office/drawing/2014/main" id="{77444187-4AF5-F5F7-4A0B-A1C55031E008}"/>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38917" name="Text Box 4">
            <a:extLst>
              <a:ext uri="{FF2B5EF4-FFF2-40B4-BE49-F238E27FC236}">
                <a16:creationId xmlns:a16="http://schemas.microsoft.com/office/drawing/2014/main" id="{A38F2F38-6D49-21E3-1448-11A091D2994F}"/>
              </a:ext>
            </a:extLst>
          </p:cNvPr>
          <p:cNvSpPr txBox="1">
            <a:spLocks noChangeArrowheads="1"/>
          </p:cNvSpPr>
          <p:nvPr/>
        </p:nvSpPr>
        <p:spPr bwMode="auto">
          <a:xfrm>
            <a:off x="304800" y="304800"/>
            <a:ext cx="344011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2.10  </a:t>
            </a:r>
            <a:r>
              <a:rPr lang="en-US" sz="2000" i="1"/>
              <a:t>Transport layer</a:t>
            </a:r>
          </a:p>
        </p:txBody>
      </p:sp>
      <p:sp>
        <p:nvSpPr>
          <p:cNvPr id="38918" name="Line 5">
            <a:extLst>
              <a:ext uri="{FF2B5EF4-FFF2-40B4-BE49-F238E27FC236}">
                <a16:creationId xmlns:a16="http://schemas.microsoft.com/office/drawing/2014/main" id="{6995D2AB-62F8-62EF-2703-6AB2E99CBC6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38919" name="Picture 6">
            <a:extLst>
              <a:ext uri="{FF2B5EF4-FFF2-40B4-BE49-F238E27FC236}">
                <a16:creationId xmlns:a16="http://schemas.microsoft.com/office/drawing/2014/main" id="{BA038549-708E-038D-C3A5-2599B6A24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74825"/>
            <a:ext cx="8693150" cy="3025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a:extLst>
              <a:ext uri="{FF2B5EF4-FFF2-40B4-BE49-F238E27FC236}">
                <a16:creationId xmlns:a16="http://schemas.microsoft.com/office/drawing/2014/main" id="{050D29E9-3E8E-83E6-B4F5-347099AF936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5E270231-C5F7-4788-9A43-18182C97893B}" type="slidenum">
              <a:rPr lang="en-US" altLang="en-US" sz="2000">
                <a:latin typeface="Arial" panose="020B0604020202020204" pitchFamily="34" charset="0"/>
              </a:rPr>
              <a:pPr/>
              <a:t>19</a:t>
            </a:fld>
            <a:endParaRPr lang="en-US" altLang="en-US" sz="2000">
              <a:latin typeface="Arial" panose="020B0604020202020204" pitchFamily="34" charset="0"/>
            </a:endParaRPr>
          </a:p>
        </p:txBody>
      </p:sp>
      <p:sp>
        <p:nvSpPr>
          <p:cNvPr id="40963" name="Rectangle 2">
            <a:extLst>
              <a:ext uri="{FF2B5EF4-FFF2-40B4-BE49-F238E27FC236}">
                <a16:creationId xmlns:a16="http://schemas.microsoft.com/office/drawing/2014/main" id="{0801D7B5-4FB3-3930-E2C2-309FE7007A7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64" name="Rectangle 3">
            <a:extLst>
              <a:ext uri="{FF2B5EF4-FFF2-40B4-BE49-F238E27FC236}">
                <a16:creationId xmlns:a16="http://schemas.microsoft.com/office/drawing/2014/main" id="{911C790F-FD82-37AC-3FE9-7B2FD89AFA5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65" name="Rectangle 4">
            <a:extLst>
              <a:ext uri="{FF2B5EF4-FFF2-40B4-BE49-F238E27FC236}">
                <a16:creationId xmlns:a16="http://schemas.microsoft.com/office/drawing/2014/main" id="{609847FA-AF1D-B5F0-20F3-6A033089250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66" name="Rectangle 5">
            <a:extLst>
              <a:ext uri="{FF2B5EF4-FFF2-40B4-BE49-F238E27FC236}">
                <a16:creationId xmlns:a16="http://schemas.microsoft.com/office/drawing/2014/main" id="{D65BB73E-FAF7-98EF-99AC-04D51628B17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67" name="Rectangle 6">
            <a:extLst>
              <a:ext uri="{FF2B5EF4-FFF2-40B4-BE49-F238E27FC236}">
                <a16:creationId xmlns:a16="http://schemas.microsoft.com/office/drawing/2014/main" id="{772224C5-D1E3-8256-3799-48A1F3759E7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68" name="Rectangle 7">
            <a:extLst>
              <a:ext uri="{FF2B5EF4-FFF2-40B4-BE49-F238E27FC236}">
                <a16:creationId xmlns:a16="http://schemas.microsoft.com/office/drawing/2014/main" id="{F8ACF163-1192-A8DA-2F00-83B622D409C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69" name="Rectangle 8">
            <a:extLst>
              <a:ext uri="{FF2B5EF4-FFF2-40B4-BE49-F238E27FC236}">
                <a16:creationId xmlns:a16="http://schemas.microsoft.com/office/drawing/2014/main" id="{175676F5-4AA3-A4B9-4F7F-D164CCFB37B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40970" name="Line 9">
            <a:extLst>
              <a:ext uri="{FF2B5EF4-FFF2-40B4-BE49-F238E27FC236}">
                <a16:creationId xmlns:a16="http://schemas.microsoft.com/office/drawing/2014/main" id="{F16A6142-CF67-4213-9356-0056433E0643}"/>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0971" name="Line 10">
            <a:extLst>
              <a:ext uri="{FF2B5EF4-FFF2-40B4-BE49-F238E27FC236}">
                <a16:creationId xmlns:a16="http://schemas.microsoft.com/office/drawing/2014/main" id="{5560C78A-42CD-DE34-0ECD-A66B9D9DAFE9}"/>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0972" name="Rectangle 11">
            <a:extLst>
              <a:ext uri="{FF2B5EF4-FFF2-40B4-BE49-F238E27FC236}">
                <a16:creationId xmlns:a16="http://schemas.microsoft.com/office/drawing/2014/main" id="{6BEC39BB-0AE0-614F-05CD-63B41A742239}"/>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transport layer is responsible for the delivery </a:t>
            </a:r>
            <a:br>
              <a:rPr lang="en-US" sz="2400">
                <a:latin typeface="Times New Roman" charset="0"/>
                <a:ea typeface="ＭＳ Ｐゴシック" charset="0"/>
              </a:rPr>
            </a:br>
            <a:r>
              <a:rPr lang="en-US" sz="2400">
                <a:latin typeface="Times New Roman" charset="0"/>
                <a:ea typeface="ＭＳ Ｐゴシック" charset="0"/>
              </a:rPr>
              <a:t>of a message from one process to another.</a:t>
            </a:r>
          </a:p>
        </p:txBody>
      </p:sp>
      <p:grpSp>
        <p:nvGrpSpPr>
          <p:cNvPr id="52236" name="Group 15">
            <a:extLst>
              <a:ext uri="{FF2B5EF4-FFF2-40B4-BE49-F238E27FC236}">
                <a16:creationId xmlns:a16="http://schemas.microsoft.com/office/drawing/2014/main" id="{9DD82FC6-80BD-E6F2-2263-392855003504}"/>
              </a:ext>
            </a:extLst>
          </p:cNvPr>
          <p:cNvGrpSpPr>
            <a:grpSpLocks/>
          </p:cNvGrpSpPr>
          <p:nvPr/>
        </p:nvGrpSpPr>
        <p:grpSpPr bwMode="auto">
          <a:xfrm>
            <a:off x="533400" y="2286000"/>
            <a:ext cx="1143000" cy="566738"/>
            <a:chOff x="1200" y="1248"/>
            <a:chExt cx="720" cy="357"/>
          </a:xfrm>
        </p:grpSpPr>
        <p:pic>
          <p:nvPicPr>
            <p:cNvPr id="40974" name="Picture 16">
              <a:extLst>
                <a:ext uri="{FF2B5EF4-FFF2-40B4-BE49-F238E27FC236}">
                  <a16:creationId xmlns:a16="http://schemas.microsoft.com/office/drawing/2014/main" id="{F8823A63-8F3A-A399-60E8-D48F24ABB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40975" name="Text Box 17">
              <a:extLst>
                <a:ext uri="{FF2B5EF4-FFF2-40B4-BE49-F238E27FC236}">
                  <a16:creationId xmlns:a16="http://schemas.microsoft.com/office/drawing/2014/main" id="{3717E641-1882-09CD-9B78-1421EEFE3FB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a:extLst>
              <a:ext uri="{FF2B5EF4-FFF2-40B4-BE49-F238E27FC236}">
                <a16:creationId xmlns:a16="http://schemas.microsoft.com/office/drawing/2014/main" id="{A8BDAD2A-FE39-6F3F-5E31-953113624E77}"/>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6D142BB0-D742-44D8-9EB0-7D480174535E}" type="slidenum">
              <a:rPr lang="en-US" altLang="en-US" sz="2000">
                <a:latin typeface="Arial" panose="020B0604020202020204" pitchFamily="34" charset="0"/>
              </a:rPr>
              <a:pPr/>
              <a:t>20</a:t>
            </a:fld>
            <a:endParaRPr lang="en-US" altLang="en-US" sz="2000">
              <a:latin typeface="Arial" panose="020B0604020202020204" pitchFamily="34" charset="0"/>
            </a:endParaRPr>
          </a:p>
        </p:txBody>
      </p:sp>
      <p:sp>
        <p:nvSpPr>
          <p:cNvPr id="43011" name="Line 2">
            <a:extLst>
              <a:ext uri="{FF2B5EF4-FFF2-40B4-BE49-F238E27FC236}">
                <a16:creationId xmlns:a16="http://schemas.microsoft.com/office/drawing/2014/main" id="{D826FA49-5F21-5C8F-8281-8D5BE9A439A3}"/>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3012" name="Line 3">
            <a:extLst>
              <a:ext uri="{FF2B5EF4-FFF2-40B4-BE49-F238E27FC236}">
                <a16:creationId xmlns:a16="http://schemas.microsoft.com/office/drawing/2014/main" id="{29D3BD74-9C8A-328B-4EC7-E04D5BD4C67A}"/>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3013" name="Text Box 4">
            <a:extLst>
              <a:ext uri="{FF2B5EF4-FFF2-40B4-BE49-F238E27FC236}">
                <a16:creationId xmlns:a16="http://schemas.microsoft.com/office/drawing/2014/main" id="{7387DCB0-4CCC-8FF7-BE4B-BED4D92005E5}"/>
              </a:ext>
            </a:extLst>
          </p:cNvPr>
          <p:cNvSpPr txBox="1">
            <a:spLocks noChangeArrowheads="1"/>
          </p:cNvSpPr>
          <p:nvPr/>
        </p:nvSpPr>
        <p:spPr bwMode="auto">
          <a:xfrm>
            <a:off x="304800" y="304800"/>
            <a:ext cx="69373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2.11  </a:t>
            </a:r>
            <a:r>
              <a:rPr lang="en-US" sz="2000" i="1"/>
              <a:t>Reliable process-to-process delivery of a message</a:t>
            </a:r>
          </a:p>
        </p:txBody>
      </p:sp>
      <p:sp>
        <p:nvSpPr>
          <p:cNvPr id="43014" name="Line 5">
            <a:extLst>
              <a:ext uri="{FF2B5EF4-FFF2-40B4-BE49-F238E27FC236}">
                <a16:creationId xmlns:a16="http://schemas.microsoft.com/office/drawing/2014/main" id="{8BA5FEB0-2B55-5EE2-5046-5C491FFDC6D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43015" name="Picture 6">
            <a:extLst>
              <a:ext uri="{FF2B5EF4-FFF2-40B4-BE49-F238E27FC236}">
                <a16:creationId xmlns:a16="http://schemas.microsoft.com/office/drawing/2014/main" id="{F4D765AC-B9F8-2246-00CC-57D008A659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025650"/>
            <a:ext cx="7623175" cy="3136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a:extLst>
              <a:ext uri="{FF2B5EF4-FFF2-40B4-BE49-F238E27FC236}">
                <a16:creationId xmlns:a16="http://schemas.microsoft.com/office/drawing/2014/main" id="{268A3A5C-3BE8-949C-24EF-8D4250D0E9FF}"/>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11303D68-B831-4ACA-9DBA-1A2863EC8D4E}" type="slidenum">
              <a:rPr lang="en-US" altLang="en-US" sz="2000">
                <a:latin typeface="Arial" panose="020B0604020202020204" pitchFamily="34" charset="0"/>
              </a:rPr>
              <a:pPr/>
              <a:t>21</a:t>
            </a:fld>
            <a:endParaRPr lang="en-US" altLang="en-US" sz="2000">
              <a:latin typeface="Arial" panose="020B0604020202020204" pitchFamily="34" charset="0"/>
            </a:endParaRPr>
          </a:p>
        </p:txBody>
      </p:sp>
      <p:sp>
        <p:nvSpPr>
          <p:cNvPr id="45059" name="Line 2">
            <a:extLst>
              <a:ext uri="{FF2B5EF4-FFF2-40B4-BE49-F238E27FC236}">
                <a16:creationId xmlns:a16="http://schemas.microsoft.com/office/drawing/2014/main" id="{0D8EC846-C824-69CA-4101-EE9FCAEE749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5060" name="Line 3">
            <a:extLst>
              <a:ext uri="{FF2B5EF4-FFF2-40B4-BE49-F238E27FC236}">
                <a16:creationId xmlns:a16="http://schemas.microsoft.com/office/drawing/2014/main" id="{6FC3101D-3C14-055D-4231-1ED33EE4D99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5061" name="Text Box 4">
            <a:extLst>
              <a:ext uri="{FF2B5EF4-FFF2-40B4-BE49-F238E27FC236}">
                <a16:creationId xmlns:a16="http://schemas.microsoft.com/office/drawing/2014/main" id="{CFDF9A0C-0653-3A96-892D-62EF34522798}"/>
              </a:ext>
            </a:extLst>
          </p:cNvPr>
          <p:cNvSpPr txBox="1">
            <a:spLocks noChangeArrowheads="1"/>
          </p:cNvSpPr>
          <p:nvPr/>
        </p:nvSpPr>
        <p:spPr bwMode="auto">
          <a:xfrm>
            <a:off x="0" y="533400"/>
            <a:ext cx="318611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2.12  </a:t>
            </a:r>
            <a:r>
              <a:rPr lang="en-US" sz="2000" i="1"/>
              <a:t>Session layer</a:t>
            </a:r>
          </a:p>
        </p:txBody>
      </p:sp>
      <p:sp>
        <p:nvSpPr>
          <p:cNvPr id="45062" name="Line 5">
            <a:extLst>
              <a:ext uri="{FF2B5EF4-FFF2-40B4-BE49-F238E27FC236}">
                <a16:creationId xmlns:a16="http://schemas.microsoft.com/office/drawing/2014/main" id="{B161550F-C3D0-7326-960C-49F4943FBA1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45063" name="Picture 6">
            <a:extLst>
              <a:ext uri="{FF2B5EF4-FFF2-40B4-BE49-F238E27FC236}">
                <a16:creationId xmlns:a16="http://schemas.microsoft.com/office/drawing/2014/main" id="{2A853C2E-B6C8-9B3B-DB10-873A33F1B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 y="1665288"/>
            <a:ext cx="8556625" cy="3973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a:extLst>
              <a:ext uri="{FF2B5EF4-FFF2-40B4-BE49-F238E27FC236}">
                <a16:creationId xmlns:a16="http://schemas.microsoft.com/office/drawing/2014/main" id="{235BAF20-D04F-B1AF-9040-17296BFAA33F}"/>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72904912-B80F-475B-ABD7-DE2CE5A1076B}" type="slidenum">
              <a:rPr lang="en-US" altLang="en-US" sz="2000">
                <a:latin typeface="Arial" panose="020B0604020202020204" pitchFamily="34" charset="0"/>
              </a:rPr>
              <a:pPr/>
              <a:t>22</a:t>
            </a:fld>
            <a:endParaRPr lang="en-US" altLang="en-US" sz="2000">
              <a:latin typeface="Arial" panose="020B0604020202020204" pitchFamily="34" charset="0"/>
            </a:endParaRPr>
          </a:p>
        </p:txBody>
      </p:sp>
      <p:sp>
        <p:nvSpPr>
          <p:cNvPr id="47107" name="Line 9">
            <a:extLst>
              <a:ext uri="{FF2B5EF4-FFF2-40B4-BE49-F238E27FC236}">
                <a16:creationId xmlns:a16="http://schemas.microsoft.com/office/drawing/2014/main" id="{7F53341C-B239-E263-CDFD-CEB3AB6986B3}"/>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7108" name="Line 10">
            <a:extLst>
              <a:ext uri="{FF2B5EF4-FFF2-40B4-BE49-F238E27FC236}">
                <a16:creationId xmlns:a16="http://schemas.microsoft.com/office/drawing/2014/main" id="{F1C63EA6-411F-9672-4103-9BA430979C89}"/>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7109" name="Rectangle 11">
            <a:extLst>
              <a:ext uri="{FF2B5EF4-FFF2-40B4-BE49-F238E27FC236}">
                <a16:creationId xmlns:a16="http://schemas.microsoft.com/office/drawing/2014/main" id="{B9D8901A-4DEA-DFDA-D1E5-3F6E46A6BBFB}"/>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session layer is responsible for dialog </a:t>
            </a:r>
            <a:br>
              <a:rPr lang="en-US" sz="2400">
                <a:latin typeface="Times New Roman" charset="0"/>
                <a:ea typeface="ＭＳ Ｐゴシック" charset="0"/>
              </a:rPr>
            </a:br>
            <a:r>
              <a:rPr lang="en-US" sz="2400">
                <a:latin typeface="Times New Roman" charset="0"/>
                <a:ea typeface="ＭＳ Ｐゴシック" charset="0"/>
              </a:rPr>
              <a:t>control and synchronization.</a:t>
            </a:r>
          </a:p>
        </p:txBody>
      </p:sp>
      <p:grpSp>
        <p:nvGrpSpPr>
          <p:cNvPr id="58373" name="Group 24">
            <a:extLst>
              <a:ext uri="{FF2B5EF4-FFF2-40B4-BE49-F238E27FC236}">
                <a16:creationId xmlns:a16="http://schemas.microsoft.com/office/drawing/2014/main" id="{3EFD2DA3-1973-F07D-1E36-07BC297BF46D}"/>
              </a:ext>
            </a:extLst>
          </p:cNvPr>
          <p:cNvGrpSpPr>
            <a:grpSpLocks/>
          </p:cNvGrpSpPr>
          <p:nvPr/>
        </p:nvGrpSpPr>
        <p:grpSpPr bwMode="auto">
          <a:xfrm>
            <a:off x="533400" y="2286000"/>
            <a:ext cx="1143000" cy="566738"/>
            <a:chOff x="1200" y="1248"/>
            <a:chExt cx="720" cy="357"/>
          </a:xfrm>
        </p:grpSpPr>
        <p:pic>
          <p:nvPicPr>
            <p:cNvPr id="47111" name="Picture 23">
              <a:extLst>
                <a:ext uri="{FF2B5EF4-FFF2-40B4-BE49-F238E27FC236}">
                  <a16:creationId xmlns:a16="http://schemas.microsoft.com/office/drawing/2014/main" id="{AEB06245-BDC8-570F-2EB8-F71BC3415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47112" name="Text Box 13">
              <a:extLst>
                <a:ext uri="{FF2B5EF4-FFF2-40B4-BE49-F238E27FC236}">
                  <a16:creationId xmlns:a16="http://schemas.microsoft.com/office/drawing/2014/main" id="{497852F8-6E8A-ED29-0132-6B009B6E024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a:extLst>
              <a:ext uri="{FF2B5EF4-FFF2-40B4-BE49-F238E27FC236}">
                <a16:creationId xmlns:a16="http://schemas.microsoft.com/office/drawing/2014/main" id="{3F31EF24-F4A8-99B3-BAFD-7E91C0A1E09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80C39705-DCA6-41B7-878A-76B9B73DFE5E}" type="slidenum">
              <a:rPr lang="en-US" altLang="en-US" sz="2000">
                <a:latin typeface="Arial" panose="020B0604020202020204" pitchFamily="34" charset="0"/>
              </a:rPr>
              <a:pPr/>
              <a:t>23</a:t>
            </a:fld>
            <a:endParaRPr lang="en-US" altLang="en-US" sz="2000">
              <a:latin typeface="Arial" panose="020B0604020202020204" pitchFamily="34" charset="0"/>
            </a:endParaRPr>
          </a:p>
        </p:txBody>
      </p:sp>
      <p:sp>
        <p:nvSpPr>
          <p:cNvPr id="49155" name="Line 2">
            <a:extLst>
              <a:ext uri="{FF2B5EF4-FFF2-40B4-BE49-F238E27FC236}">
                <a16:creationId xmlns:a16="http://schemas.microsoft.com/office/drawing/2014/main" id="{66C3FBDD-B8F8-A9C4-7D44-723D22CECB2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9156" name="Line 3">
            <a:extLst>
              <a:ext uri="{FF2B5EF4-FFF2-40B4-BE49-F238E27FC236}">
                <a16:creationId xmlns:a16="http://schemas.microsoft.com/office/drawing/2014/main" id="{D39915B6-F1AE-7BD4-2AF2-968979E8BA3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49157" name="Text Box 4">
            <a:extLst>
              <a:ext uri="{FF2B5EF4-FFF2-40B4-BE49-F238E27FC236}">
                <a16:creationId xmlns:a16="http://schemas.microsoft.com/office/drawing/2014/main" id="{816F16E8-CBAE-09C7-0A65-1049B7C5FF02}"/>
              </a:ext>
            </a:extLst>
          </p:cNvPr>
          <p:cNvSpPr txBox="1">
            <a:spLocks noChangeArrowheads="1"/>
          </p:cNvSpPr>
          <p:nvPr/>
        </p:nvSpPr>
        <p:spPr bwMode="auto">
          <a:xfrm>
            <a:off x="304800" y="381000"/>
            <a:ext cx="37211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2.13  </a:t>
            </a:r>
            <a:r>
              <a:rPr lang="en-US" sz="2000" i="1"/>
              <a:t>Presentation layer</a:t>
            </a:r>
          </a:p>
        </p:txBody>
      </p:sp>
      <p:sp>
        <p:nvSpPr>
          <p:cNvPr id="49158" name="Line 5">
            <a:extLst>
              <a:ext uri="{FF2B5EF4-FFF2-40B4-BE49-F238E27FC236}">
                <a16:creationId xmlns:a16="http://schemas.microsoft.com/office/drawing/2014/main" id="{DF885120-DDB8-5AF8-45B4-B489D10C4F3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49159" name="Picture 6">
            <a:extLst>
              <a:ext uri="{FF2B5EF4-FFF2-40B4-BE49-F238E27FC236}">
                <a16:creationId xmlns:a16="http://schemas.microsoft.com/office/drawing/2014/main" id="{CE815149-9F29-A1BC-3D89-D7C29E979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2014538"/>
            <a:ext cx="8418512" cy="2862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a:extLst>
              <a:ext uri="{FF2B5EF4-FFF2-40B4-BE49-F238E27FC236}">
                <a16:creationId xmlns:a16="http://schemas.microsoft.com/office/drawing/2014/main" id="{E8361BA8-EF65-223F-B586-021222D9DCA4}"/>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24D50F32-5E34-4866-AAC6-FEBC8AB5F7E2}" type="slidenum">
              <a:rPr lang="en-US" altLang="en-US" sz="2000">
                <a:latin typeface="Arial" panose="020B0604020202020204" pitchFamily="34" charset="0"/>
              </a:rPr>
              <a:pPr/>
              <a:t>24</a:t>
            </a:fld>
            <a:endParaRPr lang="en-US" altLang="en-US" sz="2000">
              <a:latin typeface="Arial" panose="020B0604020202020204" pitchFamily="34" charset="0"/>
            </a:endParaRPr>
          </a:p>
        </p:txBody>
      </p:sp>
      <p:sp>
        <p:nvSpPr>
          <p:cNvPr id="51203" name="Rectangle 2">
            <a:extLst>
              <a:ext uri="{FF2B5EF4-FFF2-40B4-BE49-F238E27FC236}">
                <a16:creationId xmlns:a16="http://schemas.microsoft.com/office/drawing/2014/main" id="{37C7802A-F10F-426F-336A-363E8318B9E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04" name="Rectangle 3">
            <a:extLst>
              <a:ext uri="{FF2B5EF4-FFF2-40B4-BE49-F238E27FC236}">
                <a16:creationId xmlns:a16="http://schemas.microsoft.com/office/drawing/2014/main" id="{BD63F510-4A09-ADD8-6B37-4F566B2014D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05" name="Rectangle 4">
            <a:extLst>
              <a:ext uri="{FF2B5EF4-FFF2-40B4-BE49-F238E27FC236}">
                <a16:creationId xmlns:a16="http://schemas.microsoft.com/office/drawing/2014/main" id="{E8206F31-4661-8843-142F-E657F1AB301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06" name="Rectangle 5">
            <a:extLst>
              <a:ext uri="{FF2B5EF4-FFF2-40B4-BE49-F238E27FC236}">
                <a16:creationId xmlns:a16="http://schemas.microsoft.com/office/drawing/2014/main" id="{FF9E7BDA-ED2E-A330-D3E4-13B1D20E7A2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07" name="Rectangle 6">
            <a:extLst>
              <a:ext uri="{FF2B5EF4-FFF2-40B4-BE49-F238E27FC236}">
                <a16:creationId xmlns:a16="http://schemas.microsoft.com/office/drawing/2014/main" id="{666D6F4F-3672-6636-F805-DDB92972E3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08" name="Rectangle 7">
            <a:extLst>
              <a:ext uri="{FF2B5EF4-FFF2-40B4-BE49-F238E27FC236}">
                <a16:creationId xmlns:a16="http://schemas.microsoft.com/office/drawing/2014/main" id="{DF9AA04F-4870-777F-C33F-45FE9B37D1E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09" name="Rectangle 8">
            <a:extLst>
              <a:ext uri="{FF2B5EF4-FFF2-40B4-BE49-F238E27FC236}">
                <a16:creationId xmlns:a16="http://schemas.microsoft.com/office/drawing/2014/main" id="{B99F9387-563E-42AA-A761-D9CA3139F6E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1210" name="Line 9">
            <a:extLst>
              <a:ext uri="{FF2B5EF4-FFF2-40B4-BE49-F238E27FC236}">
                <a16:creationId xmlns:a16="http://schemas.microsoft.com/office/drawing/2014/main" id="{9C5A67AF-0D95-6655-0219-B4DBDBAC4EEB}"/>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1211" name="Line 10">
            <a:extLst>
              <a:ext uri="{FF2B5EF4-FFF2-40B4-BE49-F238E27FC236}">
                <a16:creationId xmlns:a16="http://schemas.microsoft.com/office/drawing/2014/main" id="{2F7D6AAE-5838-BEF6-05BB-33CAD33FB9B2}"/>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1212" name="Rectangle 11">
            <a:extLst>
              <a:ext uri="{FF2B5EF4-FFF2-40B4-BE49-F238E27FC236}">
                <a16:creationId xmlns:a16="http://schemas.microsoft.com/office/drawing/2014/main" id="{ED14F40D-CCCB-2856-F5E6-BF3711EC6316}"/>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presentation layer is responsible for translation, compression, and encryption.</a:t>
            </a:r>
          </a:p>
        </p:txBody>
      </p:sp>
      <p:grpSp>
        <p:nvGrpSpPr>
          <p:cNvPr id="62476" name="Group 15">
            <a:extLst>
              <a:ext uri="{FF2B5EF4-FFF2-40B4-BE49-F238E27FC236}">
                <a16:creationId xmlns:a16="http://schemas.microsoft.com/office/drawing/2014/main" id="{F9B7EBE2-25E4-A885-0042-F5448963757A}"/>
              </a:ext>
            </a:extLst>
          </p:cNvPr>
          <p:cNvGrpSpPr>
            <a:grpSpLocks/>
          </p:cNvGrpSpPr>
          <p:nvPr/>
        </p:nvGrpSpPr>
        <p:grpSpPr bwMode="auto">
          <a:xfrm>
            <a:off x="533400" y="2286000"/>
            <a:ext cx="1143000" cy="566738"/>
            <a:chOff x="1200" y="1248"/>
            <a:chExt cx="720" cy="357"/>
          </a:xfrm>
        </p:grpSpPr>
        <p:pic>
          <p:nvPicPr>
            <p:cNvPr id="51214" name="Picture 16">
              <a:extLst>
                <a:ext uri="{FF2B5EF4-FFF2-40B4-BE49-F238E27FC236}">
                  <a16:creationId xmlns:a16="http://schemas.microsoft.com/office/drawing/2014/main" id="{21C6E1D3-3ADE-C3DF-4622-A3824AD99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51215" name="Text Box 17">
              <a:extLst>
                <a:ext uri="{FF2B5EF4-FFF2-40B4-BE49-F238E27FC236}">
                  <a16:creationId xmlns:a16="http://schemas.microsoft.com/office/drawing/2014/main" id="{EC3EBFA2-E95E-AED4-A558-E863B8F9E10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a:extLst>
              <a:ext uri="{FF2B5EF4-FFF2-40B4-BE49-F238E27FC236}">
                <a16:creationId xmlns:a16="http://schemas.microsoft.com/office/drawing/2014/main" id="{194E5E75-171F-50A3-99E9-49C4D00BA6A4}"/>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76647CDB-D958-4E88-BE4D-3FD6A1F5693C}" type="slidenum">
              <a:rPr lang="en-US" altLang="en-US" sz="2000">
                <a:latin typeface="Arial" panose="020B0604020202020204" pitchFamily="34" charset="0"/>
              </a:rPr>
              <a:pPr/>
              <a:t>25</a:t>
            </a:fld>
            <a:endParaRPr lang="en-US" altLang="en-US" sz="2000">
              <a:latin typeface="Arial" panose="020B0604020202020204" pitchFamily="34" charset="0"/>
            </a:endParaRPr>
          </a:p>
        </p:txBody>
      </p:sp>
      <p:sp>
        <p:nvSpPr>
          <p:cNvPr id="53251" name="Line 2">
            <a:extLst>
              <a:ext uri="{FF2B5EF4-FFF2-40B4-BE49-F238E27FC236}">
                <a16:creationId xmlns:a16="http://schemas.microsoft.com/office/drawing/2014/main" id="{5FE84FF2-E5E8-510C-0904-B3A68285E8A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3252" name="Line 3">
            <a:extLst>
              <a:ext uri="{FF2B5EF4-FFF2-40B4-BE49-F238E27FC236}">
                <a16:creationId xmlns:a16="http://schemas.microsoft.com/office/drawing/2014/main" id="{6AC46EB4-F63B-052E-1ECA-C4E7F8E725B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3253" name="Text Box 4">
            <a:extLst>
              <a:ext uri="{FF2B5EF4-FFF2-40B4-BE49-F238E27FC236}">
                <a16:creationId xmlns:a16="http://schemas.microsoft.com/office/drawing/2014/main" id="{EC9A500F-F008-CF4D-8B0D-A31B57F5AAF4}"/>
              </a:ext>
            </a:extLst>
          </p:cNvPr>
          <p:cNvSpPr txBox="1">
            <a:spLocks noChangeArrowheads="1"/>
          </p:cNvSpPr>
          <p:nvPr/>
        </p:nvSpPr>
        <p:spPr bwMode="auto">
          <a:xfrm>
            <a:off x="304800" y="381000"/>
            <a:ext cx="36083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2.14  </a:t>
            </a:r>
            <a:r>
              <a:rPr lang="en-US" sz="2000" i="1"/>
              <a:t>Application layer</a:t>
            </a:r>
          </a:p>
        </p:txBody>
      </p:sp>
      <p:sp>
        <p:nvSpPr>
          <p:cNvPr id="53254" name="Line 5">
            <a:extLst>
              <a:ext uri="{FF2B5EF4-FFF2-40B4-BE49-F238E27FC236}">
                <a16:creationId xmlns:a16="http://schemas.microsoft.com/office/drawing/2014/main" id="{FE9E6127-9220-2A55-C476-A1FC51BBAB3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53255" name="Picture 6">
            <a:extLst>
              <a:ext uri="{FF2B5EF4-FFF2-40B4-BE49-F238E27FC236}">
                <a16:creationId xmlns:a16="http://schemas.microsoft.com/office/drawing/2014/main" id="{5C8CF9F3-CDA9-E89D-155D-16B52F103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1371600"/>
            <a:ext cx="8455025" cy="427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a:extLst>
              <a:ext uri="{FF2B5EF4-FFF2-40B4-BE49-F238E27FC236}">
                <a16:creationId xmlns:a16="http://schemas.microsoft.com/office/drawing/2014/main" id="{4CAAAC6D-EECA-9329-1904-FCA75561732E}"/>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6902EE2A-C1AF-4DC2-9F50-6FFB7C287007}" type="slidenum">
              <a:rPr lang="en-US" altLang="en-US" sz="2000">
                <a:latin typeface="Arial" panose="020B0604020202020204" pitchFamily="34" charset="0"/>
              </a:rPr>
              <a:pPr/>
              <a:t>26</a:t>
            </a:fld>
            <a:endParaRPr lang="en-US" altLang="en-US" sz="2000">
              <a:latin typeface="Arial" panose="020B0604020202020204" pitchFamily="34" charset="0"/>
            </a:endParaRPr>
          </a:p>
        </p:txBody>
      </p:sp>
      <p:sp>
        <p:nvSpPr>
          <p:cNvPr id="55299" name="Rectangle 2">
            <a:extLst>
              <a:ext uri="{FF2B5EF4-FFF2-40B4-BE49-F238E27FC236}">
                <a16:creationId xmlns:a16="http://schemas.microsoft.com/office/drawing/2014/main" id="{674DBA22-4088-D63B-552C-A2F292F0F9A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0" name="Rectangle 3">
            <a:extLst>
              <a:ext uri="{FF2B5EF4-FFF2-40B4-BE49-F238E27FC236}">
                <a16:creationId xmlns:a16="http://schemas.microsoft.com/office/drawing/2014/main" id="{3820D7D5-2A16-F4CC-72F1-75B338D8C7B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1" name="Rectangle 4">
            <a:extLst>
              <a:ext uri="{FF2B5EF4-FFF2-40B4-BE49-F238E27FC236}">
                <a16:creationId xmlns:a16="http://schemas.microsoft.com/office/drawing/2014/main" id="{D2B55A2C-C189-57B2-BB2F-6C7BD486A5C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2" name="Rectangle 5">
            <a:extLst>
              <a:ext uri="{FF2B5EF4-FFF2-40B4-BE49-F238E27FC236}">
                <a16:creationId xmlns:a16="http://schemas.microsoft.com/office/drawing/2014/main" id="{D76F0D33-27E5-4ADB-1E06-7F84DF5D1D5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3" name="Rectangle 6">
            <a:extLst>
              <a:ext uri="{FF2B5EF4-FFF2-40B4-BE49-F238E27FC236}">
                <a16:creationId xmlns:a16="http://schemas.microsoft.com/office/drawing/2014/main" id="{C2E8B93C-D990-EA14-D18F-FD6D8E62B3A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4" name="Rectangle 7">
            <a:extLst>
              <a:ext uri="{FF2B5EF4-FFF2-40B4-BE49-F238E27FC236}">
                <a16:creationId xmlns:a16="http://schemas.microsoft.com/office/drawing/2014/main" id="{D46B8575-2A5B-8017-5782-3747D7C00F7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5" name="Rectangle 8">
            <a:extLst>
              <a:ext uri="{FF2B5EF4-FFF2-40B4-BE49-F238E27FC236}">
                <a16:creationId xmlns:a16="http://schemas.microsoft.com/office/drawing/2014/main" id="{39A8EAAC-DB6D-FF5B-3C46-BB684CBE2CE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55306" name="Line 9">
            <a:extLst>
              <a:ext uri="{FF2B5EF4-FFF2-40B4-BE49-F238E27FC236}">
                <a16:creationId xmlns:a16="http://schemas.microsoft.com/office/drawing/2014/main" id="{8CA3E16C-79A0-221D-58B4-BAFDCDA74E67}"/>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5307" name="Line 10">
            <a:extLst>
              <a:ext uri="{FF2B5EF4-FFF2-40B4-BE49-F238E27FC236}">
                <a16:creationId xmlns:a16="http://schemas.microsoft.com/office/drawing/2014/main" id="{BECF7765-E3B0-6EBC-0041-EF8D6CD6E687}"/>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5308" name="Rectangle 11">
            <a:extLst>
              <a:ext uri="{FF2B5EF4-FFF2-40B4-BE49-F238E27FC236}">
                <a16:creationId xmlns:a16="http://schemas.microsoft.com/office/drawing/2014/main" id="{7A294722-8261-45DE-CF69-ED216052B2E3}"/>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application layer is responsible for </a:t>
            </a:r>
            <a:br>
              <a:rPr lang="en-US" sz="2400">
                <a:latin typeface="Times New Roman" charset="0"/>
                <a:ea typeface="ＭＳ Ｐゴシック" charset="0"/>
              </a:rPr>
            </a:br>
            <a:r>
              <a:rPr lang="en-US" sz="2400">
                <a:latin typeface="Times New Roman" charset="0"/>
                <a:ea typeface="ＭＳ Ｐゴシック" charset="0"/>
              </a:rPr>
              <a:t>providing services to the user.</a:t>
            </a:r>
          </a:p>
        </p:txBody>
      </p:sp>
      <p:grpSp>
        <p:nvGrpSpPr>
          <p:cNvPr id="66572" name="Group 15">
            <a:extLst>
              <a:ext uri="{FF2B5EF4-FFF2-40B4-BE49-F238E27FC236}">
                <a16:creationId xmlns:a16="http://schemas.microsoft.com/office/drawing/2014/main" id="{A6C4FE10-0200-B064-A2E9-291C64E7F75E}"/>
              </a:ext>
            </a:extLst>
          </p:cNvPr>
          <p:cNvGrpSpPr>
            <a:grpSpLocks/>
          </p:cNvGrpSpPr>
          <p:nvPr/>
        </p:nvGrpSpPr>
        <p:grpSpPr bwMode="auto">
          <a:xfrm>
            <a:off x="533400" y="2286000"/>
            <a:ext cx="1143000" cy="566738"/>
            <a:chOff x="1200" y="1248"/>
            <a:chExt cx="720" cy="357"/>
          </a:xfrm>
        </p:grpSpPr>
        <p:pic>
          <p:nvPicPr>
            <p:cNvPr id="55310" name="Picture 16">
              <a:extLst>
                <a:ext uri="{FF2B5EF4-FFF2-40B4-BE49-F238E27FC236}">
                  <a16:creationId xmlns:a16="http://schemas.microsoft.com/office/drawing/2014/main" id="{CB1D2313-23D9-40EF-2259-248A0F9876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55311" name="Text Box 17">
              <a:extLst>
                <a:ext uri="{FF2B5EF4-FFF2-40B4-BE49-F238E27FC236}">
                  <a16:creationId xmlns:a16="http://schemas.microsoft.com/office/drawing/2014/main" id="{73E0801C-6B34-07B8-C28E-1917A9662AB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a:extLst>
              <a:ext uri="{FF2B5EF4-FFF2-40B4-BE49-F238E27FC236}">
                <a16:creationId xmlns:a16="http://schemas.microsoft.com/office/drawing/2014/main" id="{304A52BC-F604-3E02-B3F3-C40EF0AD8457}"/>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E9D42525-89CA-43A6-919F-A43FD30406E1}" type="slidenum">
              <a:rPr lang="en-US" altLang="en-US" sz="2000">
                <a:latin typeface="Arial" panose="020B0604020202020204" pitchFamily="34" charset="0"/>
              </a:rPr>
              <a:pPr/>
              <a:t>27</a:t>
            </a:fld>
            <a:endParaRPr lang="en-US" altLang="en-US" sz="2000">
              <a:latin typeface="Arial" panose="020B0604020202020204" pitchFamily="34" charset="0"/>
            </a:endParaRPr>
          </a:p>
        </p:txBody>
      </p:sp>
      <p:sp>
        <p:nvSpPr>
          <p:cNvPr id="57347" name="Line 2">
            <a:extLst>
              <a:ext uri="{FF2B5EF4-FFF2-40B4-BE49-F238E27FC236}">
                <a16:creationId xmlns:a16="http://schemas.microsoft.com/office/drawing/2014/main" id="{B8D42838-A34F-4092-93C0-58282B42648A}"/>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7348" name="Line 3">
            <a:extLst>
              <a:ext uri="{FF2B5EF4-FFF2-40B4-BE49-F238E27FC236}">
                <a16:creationId xmlns:a16="http://schemas.microsoft.com/office/drawing/2014/main" id="{913E3A1F-263D-C37F-3CDD-5A27177620E3}"/>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57349" name="Text Box 4">
            <a:extLst>
              <a:ext uri="{FF2B5EF4-FFF2-40B4-BE49-F238E27FC236}">
                <a16:creationId xmlns:a16="http://schemas.microsoft.com/office/drawing/2014/main" id="{6BBD6610-2DA1-9EF5-9E94-FA3434F4D785}"/>
              </a:ext>
            </a:extLst>
          </p:cNvPr>
          <p:cNvSpPr txBox="1">
            <a:spLocks noChangeArrowheads="1"/>
          </p:cNvSpPr>
          <p:nvPr/>
        </p:nvSpPr>
        <p:spPr bwMode="auto">
          <a:xfrm>
            <a:off x="304800" y="304800"/>
            <a:ext cx="3784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2.15  </a:t>
            </a:r>
            <a:r>
              <a:rPr lang="en-US" sz="2000" i="1"/>
              <a:t>Summary of layers</a:t>
            </a:r>
          </a:p>
        </p:txBody>
      </p:sp>
      <p:sp>
        <p:nvSpPr>
          <p:cNvPr id="57350" name="Line 5">
            <a:extLst>
              <a:ext uri="{FF2B5EF4-FFF2-40B4-BE49-F238E27FC236}">
                <a16:creationId xmlns:a16="http://schemas.microsoft.com/office/drawing/2014/main" id="{251F006E-FE93-9592-3E8B-8E32D20915B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57351" name="Picture 6">
            <a:extLst>
              <a:ext uri="{FF2B5EF4-FFF2-40B4-BE49-F238E27FC236}">
                <a16:creationId xmlns:a16="http://schemas.microsoft.com/office/drawing/2014/main" id="{99B3E2A3-B074-79E1-8ECA-C1F336E38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644650"/>
            <a:ext cx="8189912" cy="3765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a:extLst>
              <a:ext uri="{FF2B5EF4-FFF2-40B4-BE49-F238E27FC236}">
                <a16:creationId xmlns:a16="http://schemas.microsoft.com/office/drawing/2014/main" id="{46F2EB5D-C565-6050-36A9-292715CD0E86}"/>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CD403241-61D8-4B42-A860-D5F6407796B6}" type="slidenum">
              <a:rPr lang="en-US" altLang="en-US" sz="2000">
                <a:latin typeface="Arial" panose="020B0604020202020204" pitchFamily="34" charset="0"/>
              </a:rPr>
              <a:pPr/>
              <a:t>28</a:t>
            </a:fld>
            <a:endParaRPr lang="en-US" altLang="en-US" sz="2000">
              <a:latin typeface="Arial" panose="020B0604020202020204" pitchFamily="34" charset="0"/>
            </a:endParaRPr>
          </a:p>
        </p:txBody>
      </p:sp>
      <p:sp>
        <p:nvSpPr>
          <p:cNvPr id="679938" name="Rectangle 2">
            <a:extLst>
              <a:ext uri="{FF2B5EF4-FFF2-40B4-BE49-F238E27FC236}">
                <a16:creationId xmlns:a16="http://schemas.microsoft.com/office/drawing/2014/main" id="{94716E54-302E-0B9E-84A5-65F352896AA8}"/>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a:effectLst>
                <a:outerShdw blurRad="38100" dist="38100" dir="2700000" algn="tl">
                  <a:srgbClr val="FFFFFF"/>
                </a:outerShdw>
              </a:effectLst>
              <a:latin typeface="Times New Roman" charset="0"/>
              <a:ea typeface="+mn-ea"/>
            </a:endParaRPr>
          </a:p>
        </p:txBody>
      </p:sp>
      <p:sp>
        <p:nvSpPr>
          <p:cNvPr id="679939" name="Text Box 3">
            <a:extLst>
              <a:ext uri="{FF2B5EF4-FFF2-40B4-BE49-F238E27FC236}">
                <a16:creationId xmlns:a16="http://schemas.microsoft.com/office/drawing/2014/main" id="{C8BD7D9B-F9E4-9A0C-AEA5-9EA85491F532}"/>
              </a:ext>
            </a:extLst>
          </p:cNvPr>
          <p:cNvSpPr txBox="1">
            <a:spLocks noChangeArrowheads="1"/>
          </p:cNvSpPr>
          <p:nvPr/>
        </p:nvSpPr>
        <p:spPr bwMode="auto">
          <a:xfrm>
            <a:off x="228600" y="76200"/>
            <a:ext cx="6111875" cy="579438"/>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3200">
                <a:effectLst>
                  <a:outerShdw blurRad="38100" dist="38100" dir="2700000" algn="tl">
                    <a:srgbClr val="C0C0C0"/>
                  </a:outerShdw>
                </a:effectLst>
                <a:latin typeface="Times" panose="02020603050405020304" pitchFamily="18" charset="0"/>
              </a:rPr>
              <a:t>2-4   TCP/IP PROTOCOL SUITE</a:t>
            </a:r>
          </a:p>
        </p:txBody>
      </p:sp>
      <p:sp>
        <p:nvSpPr>
          <p:cNvPr id="59397" name="Text Box 4">
            <a:extLst>
              <a:ext uri="{FF2B5EF4-FFF2-40B4-BE49-F238E27FC236}">
                <a16:creationId xmlns:a16="http://schemas.microsoft.com/office/drawing/2014/main" id="{55C29CF5-83E0-6D57-8953-A133E3EB5C9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endParaRPr lang="en-US"/>
          </a:p>
        </p:txBody>
      </p:sp>
      <p:sp>
        <p:nvSpPr>
          <p:cNvPr id="679941" name="Rectangle 5">
            <a:extLst>
              <a:ext uri="{FF2B5EF4-FFF2-40B4-BE49-F238E27FC236}">
                <a16:creationId xmlns:a16="http://schemas.microsoft.com/office/drawing/2014/main" id="{CC334A46-2FA7-8777-04FD-560F52617B1A}"/>
              </a:ext>
            </a:extLst>
          </p:cNvPr>
          <p:cNvSpPr>
            <a:spLocks noChangeArrowheads="1"/>
          </p:cNvSpPr>
          <p:nvPr/>
        </p:nvSpPr>
        <p:spPr bwMode="auto">
          <a:xfrm>
            <a:off x="76200" y="990600"/>
            <a:ext cx="8610600" cy="3081338"/>
          </a:xfrm>
          <a:prstGeom prst="rect">
            <a:avLst/>
          </a:prstGeom>
          <a:noFill/>
          <a:ln>
            <a:noFill/>
          </a:ln>
          <a:effectLst/>
        </p:spPr>
        <p:txBody>
          <a:bodyPr anchor="ct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just" eaLnBrk="1" hangingPunct="1"/>
            <a:r>
              <a:rPr lang="en-US" altLang="en-US" sz="2800" i="1">
                <a:effectLst>
                  <a:outerShdw blurRad="38100" dist="38100" dir="2700000" algn="tl">
                    <a:srgbClr val="C0C0C0"/>
                  </a:outerShdw>
                </a:effectLst>
              </a:rPr>
              <a:t>The layers in the </a:t>
            </a:r>
            <a:r>
              <a:rPr lang="en-US" altLang="en-US" sz="2800" i="1">
                <a:solidFill>
                  <a:schemeClr val="hlink"/>
                </a:solidFill>
                <a:effectLst>
                  <a:outerShdw blurRad="38100" dist="38100" dir="2700000" algn="tl">
                    <a:srgbClr val="C0C0C0"/>
                  </a:outerShdw>
                </a:effectLst>
              </a:rPr>
              <a:t>TCP/IP protocol suite</a:t>
            </a:r>
            <a:r>
              <a:rPr lang="en-US" altLang="en-US" sz="2800" i="1">
                <a:effectLst>
                  <a:outerShdw blurRad="38100" dist="38100" dir="2700000" algn="tl">
                    <a:srgbClr val="C0C0C0"/>
                  </a:outerShdw>
                </a:effectLst>
              </a:rPr>
              <a:t> do not exactly match those in the OSI model. The original TCP/IP protocol suite was defined as having four layers: </a:t>
            </a:r>
            <a:r>
              <a:rPr lang="en-US" altLang="en-US" sz="2800" i="1">
                <a:solidFill>
                  <a:schemeClr val="folHlink"/>
                </a:solidFill>
                <a:effectLst>
                  <a:outerShdw blurRad="38100" dist="38100" dir="2700000" algn="tl">
                    <a:srgbClr val="C0C0C0"/>
                  </a:outerShdw>
                </a:effectLst>
              </a:rPr>
              <a:t>host-to-network</a:t>
            </a:r>
            <a:r>
              <a:rPr lang="en-US" altLang="en-US" sz="2800" i="1">
                <a:effectLst>
                  <a:outerShdw blurRad="38100" dist="38100" dir="2700000" algn="tl">
                    <a:srgbClr val="C0C0C0"/>
                  </a:outerShdw>
                </a:effectLst>
              </a:rPr>
              <a:t>, </a:t>
            </a:r>
            <a:r>
              <a:rPr lang="en-US" altLang="en-US" sz="2800" i="1">
                <a:solidFill>
                  <a:schemeClr val="folHlink"/>
                </a:solidFill>
                <a:effectLst>
                  <a:outerShdw blurRad="38100" dist="38100" dir="2700000" algn="tl">
                    <a:srgbClr val="C0C0C0"/>
                  </a:outerShdw>
                </a:effectLst>
              </a:rPr>
              <a:t>internet</a:t>
            </a:r>
            <a:r>
              <a:rPr lang="en-US" altLang="en-US" sz="2800" i="1">
                <a:effectLst>
                  <a:outerShdw blurRad="38100" dist="38100" dir="2700000" algn="tl">
                    <a:srgbClr val="C0C0C0"/>
                  </a:outerShdw>
                </a:effectLst>
              </a:rPr>
              <a:t>, </a:t>
            </a:r>
            <a:r>
              <a:rPr lang="en-US" altLang="en-US" sz="2800" i="1">
                <a:solidFill>
                  <a:schemeClr val="folHlink"/>
                </a:solidFill>
                <a:effectLst>
                  <a:outerShdw blurRad="38100" dist="38100" dir="2700000" algn="tl">
                    <a:srgbClr val="C0C0C0"/>
                  </a:outerShdw>
                </a:effectLst>
              </a:rPr>
              <a:t>transport</a:t>
            </a:r>
            <a:r>
              <a:rPr lang="en-US" altLang="en-US" sz="2800" i="1">
                <a:effectLst>
                  <a:outerShdw blurRad="38100" dist="38100" dir="2700000" algn="tl">
                    <a:srgbClr val="C0C0C0"/>
                  </a:outerShdw>
                </a:effectLst>
              </a:rPr>
              <a:t>, and </a:t>
            </a:r>
            <a:r>
              <a:rPr lang="en-US" altLang="en-US" sz="2800" i="1">
                <a:solidFill>
                  <a:schemeClr val="folHlink"/>
                </a:solidFill>
                <a:effectLst>
                  <a:outerShdw blurRad="38100" dist="38100" dir="2700000" algn="tl">
                    <a:srgbClr val="C0C0C0"/>
                  </a:outerShdw>
                </a:effectLst>
              </a:rPr>
              <a:t>application</a:t>
            </a:r>
            <a:r>
              <a:rPr lang="en-US" altLang="en-US" sz="2800" i="1">
                <a:effectLst>
                  <a:outerShdw blurRad="38100" dist="38100" dir="2700000" algn="tl">
                    <a:srgbClr val="C0C0C0"/>
                  </a:outerShdw>
                </a:effectLst>
              </a:rPr>
              <a:t>. However, when TCP/IP is compared to OSI, we can say that the TCP/IP protocol suite is made of five layers: </a:t>
            </a:r>
            <a:r>
              <a:rPr lang="en-US" altLang="en-US" sz="2800" i="1">
                <a:solidFill>
                  <a:schemeClr val="folHlink"/>
                </a:solidFill>
                <a:effectLst>
                  <a:outerShdw blurRad="38100" dist="38100" dir="2700000" algn="tl">
                    <a:srgbClr val="C0C0C0"/>
                  </a:outerShdw>
                </a:effectLst>
              </a:rPr>
              <a:t>physical</a:t>
            </a:r>
            <a:r>
              <a:rPr lang="en-US" altLang="en-US" sz="2800" i="1">
                <a:effectLst>
                  <a:outerShdw blurRad="38100" dist="38100" dir="2700000" algn="tl">
                    <a:srgbClr val="C0C0C0"/>
                  </a:outerShdw>
                </a:effectLst>
              </a:rPr>
              <a:t>, </a:t>
            </a:r>
            <a:r>
              <a:rPr lang="en-US" altLang="en-US" sz="2800" i="1">
                <a:solidFill>
                  <a:schemeClr val="folHlink"/>
                </a:solidFill>
                <a:effectLst>
                  <a:outerShdw blurRad="38100" dist="38100" dir="2700000" algn="tl">
                    <a:srgbClr val="C0C0C0"/>
                  </a:outerShdw>
                </a:effectLst>
              </a:rPr>
              <a:t>data link</a:t>
            </a:r>
            <a:r>
              <a:rPr lang="en-US" altLang="en-US" sz="2800" i="1">
                <a:effectLst>
                  <a:outerShdw blurRad="38100" dist="38100" dir="2700000" algn="tl">
                    <a:srgbClr val="C0C0C0"/>
                  </a:outerShdw>
                </a:effectLst>
              </a:rPr>
              <a:t>, </a:t>
            </a:r>
            <a:r>
              <a:rPr lang="en-US" altLang="en-US" sz="2800" i="1">
                <a:solidFill>
                  <a:schemeClr val="folHlink"/>
                </a:solidFill>
                <a:effectLst>
                  <a:outerShdw blurRad="38100" dist="38100" dir="2700000" algn="tl">
                    <a:srgbClr val="C0C0C0"/>
                  </a:outerShdw>
                </a:effectLst>
              </a:rPr>
              <a:t>network</a:t>
            </a:r>
            <a:r>
              <a:rPr lang="en-US" altLang="en-US" sz="2800" i="1">
                <a:effectLst>
                  <a:outerShdw blurRad="38100" dist="38100" dir="2700000" algn="tl">
                    <a:srgbClr val="C0C0C0"/>
                  </a:outerShdw>
                </a:effectLst>
              </a:rPr>
              <a:t>, </a:t>
            </a:r>
            <a:r>
              <a:rPr lang="en-US" altLang="en-US" sz="2800" i="1">
                <a:solidFill>
                  <a:schemeClr val="folHlink"/>
                </a:solidFill>
                <a:effectLst>
                  <a:outerShdw blurRad="38100" dist="38100" dir="2700000" algn="tl">
                    <a:srgbClr val="C0C0C0"/>
                  </a:outerShdw>
                </a:effectLst>
              </a:rPr>
              <a:t>transport</a:t>
            </a:r>
            <a:r>
              <a:rPr lang="en-US" altLang="en-US" sz="2800" i="1">
                <a:effectLst>
                  <a:outerShdw blurRad="38100" dist="38100" dir="2700000" algn="tl">
                    <a:srgbClr val="C0C0C0"/>
                  </a:outerShdw>
                </a:effectLst>
              </a:rPr>
              <a:t>, and </a:t>
            </a:r>
            <a:r>
              <a:rPr lang="en-US" altLang="en-US" sz="2800" i="1">
                <a:solidFill>
                  <a:schemeClr val="folHlink"/>
                </a:solidFill>
                <a:effectLst>
                  <a:outerShdw blurRad="38100" dist="38100" dir="2700000" algn="tl">
                    <a:srgbClr val="C0C0C0"/>
                  </a:outerShdw>
                </a:effectLst>
              </a:rPr>
              <a:t>application</a:t>
            </a:r>
            <a:r>
              <a:rPr lang="en-US" altLang="en-US" sz="2800" i="1">
                <a:effectLst>
                  <a:outerShdw blurRad="38100" dist="38100" dir="2700000" algn="tl">
                    <a:srgbClr val="C0C0C0"/>
                  </a:outerShdw>
                </a:effectLst>
              </a:rPr>
              <a:t>.</a:t>
            </a:r>
          </a:p>
        </p:txBody>
      </p:sp>
      <p:sp>
        <p:nvSpPr>
          <p:cNvPr id="59399" name="Rectangle 6">
            <a:extLst>
              <a:ext uri="{FF2B5EF4-FFF2-40B4-BE49-F238E27FC236}">
                <a16:creationId xmlns:a16="http://schemas.microsoft.com/office/drawing/2014/main" id="{5139313D-EA57-7BC2-D236-A5D388E55F79}"/>
              </a:ext>
            </a:extLst>
          </p:cNvPr>
          <p:cNvSpPr>
            <a:spLocks noChangeArrowheads="1"/>
          </p:cNvSpPr>
          <p:nvPr/>
        </p:nvSpPr>
        <p:spPr bwMode="auto">
          <a:xfrm>
            <a:off x="152400" y="4819650"/>
            <a:ext cx="5715000" cy="1552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buClr>
                <a:schemeClr val="tx1"/>
              </a:buClr>
              <a:buSzPct val="117000"/>
              <a:buFont typeface="Wingdings" panose="05000000000000000000" pitchFamily="2" charset="2"/>
              <a:buNone/>
            </a:pPr>
            <a:r>
              <a:rPr lang="en-US" altLang="en-US">
                <a:solidFill>
                  <a:srgbClr val="0033CC"/>
                </a:solidFill>
              </a:rPr>
              <a:t>Physical and Data Link Layers</a:t>
            </a:r>
            <a:br>
              <a:rPr lang="fr-FR" altLang="en-US">
                <a:solidFill>
                  <a:srgbClr val="0033CC"/>
                </a:solidFill>
              </a:rPr>
            </a:br>
            <a:r>
              <a:rPr lang="fr-FR" altLang="en-US">
                <a:solidFill>
                  <a:srgbClr val="0033CC"/>
                </a:solidFill>
              </a:rPr>
              <a:t>Network Layer</a:t>
            </a:r>
            <a:br>
              <a:rPr lang="fr-FR" altLang="en-US">
                <a:solidFill>
                  <a:srgbClr val="0033CC"/>
                </a:solidFill>
              </a:rPr>
            </a:br>
            <a:r>
              <a:rPr lang="en-US" altLang="en-US">
                <a:solidFill>
                  <a:srgbClr val="0033CC"/>
                </a:solidFill>
              </a:rPr>
              <a:t>Transport Layer</a:t>
            </a:r>
          </a:p>
          <a:p>
            <a:pPr>
              <a:buClr>
                <a:schemeClr val="tx1"/>
              </a:buClr>
              <a:buSzPct val="117000"/>
              <a:buFont typeface="Wingdings" panose="05000000000000000000" pitchFamily="2" charset="2"/>
              <a:buNone/>
            </a:pPr>
            <a:r>
              <a:rPr lang="en-US" altLang="en-US">
                <a:solidFill>
                  <a:srgbClr val="0033CC"/>
                </a:solidFill>
              </a:rPr>
              <a:t>Application Layer</a:t>
            </a:r>
          </a:p>
        </p:txBody>
      </p:sp>
      <p:sp>
        <p:nvSpPr>
          <p:cNvPr id="679943" name="Text Box 7">
            <a:extLst>
              <a:ext uri="{FF2B5EF4-FFF2-40B4-BE49-F238E27FC236}">
                <a16:creationId xmlns:a16="http://schemas.microsoft.com/office/drawing/2014/main" id="{DCAD6764-9979-B57A-B71C-25572EE2AACB}"/>
              </a:ext>
            </a:extLst>
          </p:cNvPr>
          <p:cNvSpPr txBox="1">
            <a:spLocks noChangeArrowheads="1"/>
          </p:cNvSpPr>
          <p:nvPr/>
        </p:nvSpPr>
        <p:spPr bwMode="auto">
          <a:xfrm>
            <a:off x="163513" y="4343400"/>
            <a:ext cx="4867275" cy="519113"/>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ctr"/>
            <a:r>
              <a:rPr lang="en-US" altLang="en-US"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a:extLst>
              <a:ext uri="{FF2B5EF4-FFF2-40B4-BE49-F238E27FC236}">
                <a16:creationId xmlns:a16="http://schemas.microsoft.com/office/drawing/2014/main" id="{61DF1127-8102-FEA6-DE1E-FA6E402001A4}"/>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42DAF2AC-83E6-49C4-B734-0E09013C09DA}" type="slidenum">
              <a:rPr lang="en-US" altLang="en-US" sz="2000">
                <a:latin typeface="Arial" panose="020B0604020202020204" pitchFamily="34" charset="0"/>
              </a:rPr>
              <a:pPr/>
              <a:t>29</a:t>
            </a:fld>
            <a:endParaRPr lang="en-US" altLang="en-US" sz="2000">
              <a:latin typeface="Arial" panose="020B0604020202020204" pitchFamily="34" charset="0"/>
            </a:endParaRPr>
          </a:p>
        </p:txBody>
      </p:sp>
      <p:sp>
        <p:nvSpPr>
          <p:cNvPr id="61443" name="Line 2">
            <a:extLst>
              <a:ext uri="{FF2B5EF4-FFF2-40B4-BE49-F238E27FC236}">
                <a16:creationId xmlns:a16="http://schemas.microsoft.com/office/drawing/2014/main" id="{39114167-F71F-3C68-F577-39A503AC40B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61444" name="Line 3">
            <a:extLst>
              <a:ext uri="{FF2B5EF4-FFF2-40B4-BE49-F238E27FC236}">
                <a16:creationId xmlns:a16="http://schemas.microsoft.com/office/drawing/2014/main" id="{55434FB3-77CD-BF19-7751-8C5FFB78EC2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61445" name="Text Box 4">
            <a:extLst>
              <a:ext uri="{FF2B5EF4-FFF2-40B4-BE49-F238E27FC236}">
                <a16:creationId xmlns:a16="http://schemas.microsoft.com/office/drawing/2014/main" id="{EA381EF0-0FDC-F0E3-BAA6-134BE45992D7}"/>
              </a:ext>
            </a:extLst>
          </p:cNvPr>
          <p:cNvSpPr txBox="1">
            <a:spLocks noChangeArrowheads="1"/>
          </p:cNvSpPr>
          <p:nvPr/>
        </p:nvSpPr>
        <p:spPr bwMode="auto">
          <a:xfrm>
            <a:off x="304800" y="381000"/>
            <a:ext cx="4257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2.16  </a:t>
            </a:r>
            <a:r>
              <a:rPr lang="en-US" sz="2000" i="1"/>
              <a:t>TCP/IP and OSI model</a:t>
            </a:r>
          </a:p>
        </p:txBody>
      </p:sp>
      <p:sp>
        <p:nvSpPr>
          <p:cNvPr id="61446" name="Line 5">
            <a:extLst>
              <a:ext uri="{FF2B5EF4-FFF2-40B4-BE49-F238E27FC236}">
                <a16:creationId xmlns:a16="http://schemas.microsoft.com/office/drawing/2014/main" id="{A8F52A7F-1F7B-65CF-7DAC-783DEF9ACDA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61447" name="Picture 7">
            <a:extLst>
              <a:ext uri="{FF2B5EF4-FFF2-40B4-BE49-F238E27FC236}">
                <a16:creationId xmlns:a16="http://schemas.microsoft.com/office/drawing/2014/main" id="{6A4319FB-0092-0D37-E659-EBBF91F5A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69582"/>
            <a:ext cx="7532687" cy="5002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a:extLst>
              <a:ext uri="{FF2B5EF4-FFF2-40B4-BE49-F238E27FC236}">
                <a16:creationId xmlns:a16="http://schemas.microsoft.com/office/drawing/2014/main" id="{0F6382D9-0462-696A-C997-2CAC19225953}"/>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150C5811-88B2-4599-991F-CDF177740ED1}" type="slidenum">
              <a:rPr lang="en-US" altLang="en-US" sz="2000">
                <a:latin typeface="Arial" panose="020B0604020202020204" pitchFamily="34" charset="0"/>
              </a:rPr>
              <a:pPr/>
              <a:t>30</a:t>
            </a:fld>
            <a:endParaRPr lang="en-US" altLang="en-US" sz="2000">
              <a:latin typeface="Arial" panose="020B0604020202020204" pitchFamily="34" charset="0"/>
            </a:endParaRPr>
          </a:p>
        </p:txBody>
      </p:sp>
      <p:sp>
        <p:nvSpPr>
          <p:cNvPr id="680962" name="Rectangle 2">
            <a:extLst>
              <a:ext uri="{FF2B5EF4-FFF2-40B4-BE49-F238E27FC236}">
                <a16:creationId xmlns:a16="http://schemas.microsoft.com/office/drawing/2014/main" id="{5A054DE4-C2B6-1294-4E4E-C4308EA826A7}"/>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a:effectLst>
                <a:outerShdw blurRad="38100" dist="38100" dir="2700000" algn="tl">
                  <a:srgbClr val="FFFFFF"/>
                </a:outerShdw>
              </a:effectLst>
              <a:latin typeface="Times New Roman" charset="0"/>
              <a:ea typeface="+mn-ea"/>
            </a:endParaRPr>
          </a:p>
        </p:txBody>
      </p:sp>
      <p:sp>
        <p:nvSpPr>
          <p:cNvPr id="680963" name="Text Box 3">
            <a:extLst>
              <a:ext uri="{FF2B5EF4-FFF2-40B4-BE49-F238E27FC236}">
                <a16:creationId xmlns:a16="http://schemas.microsoft.com/office/drawing/2014/main" id="{8288FDCB-5A63-E6E9-F5A2-2EB1C91A670B}"/>
              </a:ext>
            </a:extLst>
          </p:cNvPr>
          <p:cNvSpPr txBox="1">
            <a:spLocks noChangeArrowheads="1"/>
          </p:cNvSpPr>
          <p:nvPr/>
        </p:nvSpPr>
        <p:spPr bwMode="auto">
          <a:xfrm>
            <a:off x="228600" y="76200"/>
            <a:ext cx="3695700" cy="579438"/>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3200">
                <a:effectLst>
                  <a:outerShdw blurRad="38100" dist="38100" dir="2700000" algn="tl">
                    <a:srgbClr val="C0C0C0"/>
                  </a:outerShdw>
                </a:effectLst>
                <a:latin typeface="Times" panose="02020603050405020304" pitchFamily="18" charset="0"/>
              </a:rPr>
              <a:t>2-5   ADDRESSING</a:t>
            </a:r>
          </a:p>
        </p:txBody>
      </p:sp>
      <p:sp>
        <p:nvSpPr>
          <p:cNvPr id="63493" name="Text Box 4">
            <a:extLst>
              <a:ext uri="{FF2B5EF4-FFF2-40B4-BE49-F238E27FC236}">
                <a16:creationId xmlns:a16="http://schemas.microsoft.com/office/drawing/2014/main" id="{C0FE4045-FCAD-99E9-5A07-955B2CBAA537}"/>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endParaRPr lang="en-US"/>
          </a:p>
        </p:txBody>
      </p:sp>
      <p:sp>
        <p:nvSpPr>
          <p:cNvPr id="680965" name="Rectangle 5">
            <a:extLst>
              <a:ext uri="{FF2B5EF4-FFF2-40B4-BE49-F238E27FC236}">
                <a16:creationId xmlns:a16="http://schemas.microsoft.com/office/drawing/2014/main" id="{59458190-C083-4AD9-7115-C2E2989449C3}"/>
              </a:ext>
            </a:extLst>
          </p:cNvPr>
          <p:cNvSpPr>
            <a:spLocks noChangeArrowheads="1"/>
          </p:cNvSpPr>
          <p:nvPr/>
        </p:nvSpPr>
        <p:spPr bwMode="auto">
          <a:xfrm>
            <a:off x="76200" y="1066800"/>
            <a:ext cx="8915400" cy="946150"/>
          </a:xfrm>
          <a:prstGeom prst="rect">
            <a:avLst/>
          </a:prstGeom>
          <a:noFill/>
          <a:ln>
            <a:noFill/>
          </a:ln>
          <a:effectLst/>
        </p:spPr>
        <p:txBody>
          <a:bodyPr anchor="ct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just" eaLnBrk="1" hangingPunct="1"/>
            <a:r>
              <a:rPr lang="en-US" altLang="en-US" sz="2800" i="1">
                <a:effectLst>
                  <a:outerShdw blurRad="38100" dist="38100" dir="2700000" algn="tl">
                    <a:srgbClr val="C0C0C0"/>
                  </a:outerShdw>
                </a:effectLst>
              </a:rPr>
              <a:t>Four levels of addresses are used in an internet employing the TCP/IP protocols: </a:t>
            </a:r>
            <a:r>
              <a:rPr lang="en-US" altLang="en-US" sz="2800" i="1">
                <a:solidFill>
                  <a:schemeClr val="hlink"/>
                </a:solidFill>
                <a:effectLst>
                  <a:outerShdw blurRad="38100" dist="38100" dir="2700000" algn="tl">
                    <a:srgbClr val="C0C0C0"/>
                  </a:outerShdw>
                </a:effectLst>
              </a:rPr>
              <a:t>physical</a:t>
            </a:r>
            <a:r>
              <a:rPr lang="en-US" altLang="en-US" sz="2800" i="1">
                <a:effectLst>
                  <a:outerShdw blurRad="38100" dist="38100" dir="2700000" algn="tl">
                    <a:srgbClr val="C0C0C0"/>
                  </a:outerShdw>
                </a:effectLst>
              </a:rPr>
              <a:t>, </a:t>
            </a:r>
            <a:r>
              <a:rPr lang="en-US" altLang="en-US" sz="2800" i="1">
                <a:solidFill>
                  <a:schemeClr val="hlink"/>
                </a:solidFill>
                <a:effectLst>
                  <a:outerShdw blurRad="38100" dist="38100" dir="2700000" algn="tl">
                    <a:srgbClr val="C0C0C0"/>
                  </a:outerShdw>
                </a:effectLst>
              </a:rPr>
              <a:t>logical</a:t>
            </a:r>
            <a:r>
              <a:rPr lang="en-US" altLang="en-US" sz="2800" i="1">
                <a:effectLst>
                  <a:outerShdw blurRad="38100" dist="38100" dir="2700000" algn="tl">
                    <a:srgbClr val="C0C0C0"/>
                  </a:outerShdw>
                </a:effectLst>
              </a:rPr>
              <a:t>, </a:t>
            </a:r>
            <a:r>
              <a:rPr lang="en-US" altLang="en-US" sz="2800" i="1">
                <a:solidFill>
                  <a:schemeClr val="hlink"/>
                </a:solidFill>
                <a:effectLst>
                  <a:outerShdw blurRad="38100" dist="38100" dir="2700000" algn="tl">
                    <a:srgbClr val="C0C0C0"/>
                  </a:outerShdw>
                </a:effectLst>
              </a:rPr>
              <a:t>port</a:t>
            </a:r>
            <a:r>
              <a:rPr lang="en-US" altLang="en-US" sz="2800" i="1">
                <a:effectLst>
                  <a:outerShdw blurRad="38100" dist="38100" dir="2700000" algn="tl">
                    <a:srgbClr val="C0C0C0"/>
                  </a:outerShdw>
                </a:effectLst>
              </a:rPr>
              <a:t>, and </a:t>
            </a:r>
            <a:r>
              <a:rPr lang="en-US" altLang="en-US" sz="2800" i="1">
                <a:solidFill>
                  <a:schemeClr val="hlink"/>
                </a:solidFill>
                <a:effectLst>
                  <a:outerShdw blurRad="38100" dist="38100" dir="2700000" algn="tl">
                    <a:srgbClr val="C0C0C0"/>
                  </a:outerShdw>
                </a:effectLst>
              </a:rPr>
              <a:t>specific</a:t>
            </a:r>
            <a:r>
              <a:rPr lang="en-US" altLang="en-US" sz="2800" i="1">
                <a:effectLst>
                  <a:outerShdw blurRad="38100" dist="38100" dir="2700000" algn="tl">
                    <a:srgbClr val="C0C0C0"/>
                  </a:outerShdw>
                </a:effectLst>
              </a:rPr>
              <a:t>.</a:t>
            </a:r>
          </a:p>
        </p:txBody>
      </p:sp>
      <p:sp>
        <p:nvSpPr>
          <p:cNvPr id="63495" name="Rectangle 6">
            <a:extLst>
              <a:ext uri="{FF2B5EF4-FFF2-40B4-BE49-F238E27FC236}">
                <a16:creationId xmlns:a16="http://schemas.microsoft.com/office/drawing/2014/main" id="{6558DBF7-E72F-2344-1A15-263E64FD309A}"/>
              </a:ext>
            </a:extLst>
          </p:cNvPr>
          <p:cNvSpPr>
            <a:spLocks noChangeArrowheads="1"/>
          </p:cNvSpPr>
          <p:nvPr/>
        </p:nvSpPr>
        <p:spPr bwMode="auto">
          <a:xfrm>
            <a:off x="228600" y="3933825"/>
            <a:ext cx="5715000" cy="1552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Clr>
                <a:schemeClr val="tx1"/>
              </a:buClr>
              <a:buSzPct val="117000"/>
              <a:buFont typeface="Wingdings" charset="0"/>
              <a:buNone/>
              <a:defRPr/>
            </a:pPr>
            <a:r>
              <a:rPr lang="fr-FR" sz="2400">
                <a:solidFill>
                  <a:srgbClr val="0033CC"/>
                </a:solidFill>
                <a:latin typeface="Times New Roman" charset="0"/>
                <a:ea typeface="ＭＳ Ｐゴシック" charset="0"/>
              </a:rPr>
              <a:t>Physical Addresses</a:t>
            </a:r>
            <a:br>
              <a:rPr lang="fr-FR" sz="2400">
                <a:solidFill>
                  <a:srgbClr val="0033CC"/>
                </a:solidFill>
                <a:latin typeface="Times New Roman" charset="0"/>
                <a:ea typeface="ＭＳ Ｐゴシック" charset="0"/>
              </a:rPr>
            </a:br>
            <a:r>
              <a:rPr lang="fr-FR" sz="2400">
                <a:solidFill>
                  <a:srgbClr val="0033CC"/>
                </a:solidFill>
                <a:latin typeface="Times New Roman" charset="0"/>
                <a:ea typeface="ＭＳ Ｐゴシック" charset="0"/>
              </a:rPr>
              <a:t>Logical Addresses</a:t>
            </a:r>
            <a:br>
              <a:rPr lang="fr-FR" sz="2400">
                <a:solidFill>
                  <a:srgbClr val="0033CC"/>
                </a:solidFill>
                <a:latin typeface="Times New Roman" charset="0"/>
                <a:ea typeface="ＭＳ Ｐゴシック" charset="0"/>
              </a:rPr>
            </a:br>
            <a:r>
              <a:rPr lang="en-US" sz="2400">
                <a:solidFill>
                  <a:srgbClr val="0033CC"/>
                </a:solidFill>
                <a:latin typeface="Times New Roman" charset="0"/>
                <a:ea typeface="ＭＳ Ｐゴシック" charset="0"/>
              </a:rPr>
              <a:t>Port Addresses</a:t>
            </a:r>
            <a:br>
              <a:rPr lang="en-US" sz="2400">
                <a:solidFill>
                  <a:srgbClr val="0033CC"/>
                </a:solidFill>
                <a:latin typeface="Times New Roman" charset="0"/>
                <a:ea typeface="ＭＳ Ｐゴシック" charset="0"/>
              </a:rPr>
            </a:br>
            <a:r>
              <a:rPr lang="en-US" sz="2400">
                <a:solidFill>
                  <a:srgbClr val="0033CC"/>
                </a:solidFill>
                <a:latin typeface="Times New Roman" charset="0"/>
                <a:ea typeface="ＭＳ Ｐゴシック" charset="0"/>
              </a:rPr>
              <a:t>Specific Addresses</a:t>
            </a:r>
          </a:p>
        </p:txBody>
      </p:sp>
      <p:sp>
        <p:nvSpPr>
          <p:cNvPr id="680967" name="Text Box 7">
            <a:extLst>
              <a:ext uri="{FF2B5EF4-FFF2-40B4-BE49-F238E27FC236}">
                <a16:creationId xmlns:a16="http://schemas.microsoft.com/office/drawing/2014/main" id="{1758E408-7D85-5821-C959-CDE3B520B891}"/>
              </a:ext>
            </a:extLst>
          </p:cNvPr>
          <p:cNvSpPr txBox="1">
            <a:spLocks noChangeArrowheads="1"/>
          </p:cNvSpPr>
          <p:nvPr/>
        </p:nvSpPr>
        <p:spPr bwMode="auto">
          <a:xfrm>
            <a:off x="239713" y="3457575"/>
            <a:ext cx="4867275" cy="519113"/>
          </a:xfrm>
          <a:prstGeom prst="rect">
            <a:avLst/>
          </a:prstGeom>
          <a:noFill/>
          <a:ln>
            <a:noFill/>
          </a:ln>
          <a:effectLst/>
        </p:spPr>
        <p:txBody>
          <a:bodyPr wrap="none">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ctr"/>
            <a:r>
              <a:rPr lang="en-US" altLang="en-US" sz="2800" i="1"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1">
            <a:extLst>
              <a:ext uri="{FF2B5EF4-FFF2-40B4-BE49-F238E27FC236}">
                <a16:creationId xmlns:a16="http://schemas.microsoft.com/office/drawing/2014/main" id="{06F6482C-AB80-2C57-2B02-99292F02C33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EE85C267-5A7C-47DE-A135-518FCD66FE2F}" type="slidenum">
              <a:rPr lang="en-US" altLang="en-US" sz="2000">
                <a:latin typeface="Arial" panose="020B0604020202020204" pitchFamily="34" charset="0"/>
              </a:rPr>
              <a:pPr/>
              <a:t>31</a:t>
            </a:fld>
            <a:endParaRPr lang="en-US" altLang="en-US" sz="2000">
              <a:latin typeface="Arial" panose="020B0604020202020204" pitchFamily="34" charset="0"/>
            </a:endParaRPr>
          </a:p>
        </p:txBody>
      </p:sp>
      <p:sp>
        <p:nvSpPr>
          <p:cNvPr id="65539" name="Line 2">
            <a:extLst>
              <a:ext uri="{FF2B5EF4-FFF2-40B4-BE49-F238E27FC236}">
                <a16:creationId xmlns:a16="http://schemas.microsoft.com/office/drawing/2014/main" id="{DBCDA6B0-09A4-5170-AA91-708B4549850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65540" name="Line 3">
            <a:extLst>
              <a:ext uri="{FF2B5EF4-FFF2-40B4-BE49-F238E27FC236}">
                <a16:creationId xmlns:a16="http://schemas.microsoft.com/office/drawing/2014/main" id="{7C431751-8269-AF27-F4CA-7B4D40A63DF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65541" name="Text Box 4">
            <a:extLst>
              <a:ext uri="{FF2B5EF4-FFF2-40B4-BE49-F238E27FC236}">
                <a16:creationId xmlns:a16="http://schemas.microsoft.com/office/drawing/2014/main" id="{70DE413D-1A4B-D183-B2F4-90AF18FB66CF}"/>
              </a:ext>
            </a:extLst>
          </p:cNvPr>
          <p:cNvSpPr txBox="1">
            <a:spLocks noChangeArrowheads="1"/>
          </p:cNvSpPr>
          <p:nvPr/>
        </p:nvSpPr>
        <p:spPr bwMode="auto">
          <a:xfrm>
            <a:off x="304800" y="381000"/>
            <a:ext cx="39973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2.17  </a:t>
            </a:r>
            <a:r>
              <a:rPr lang="en-US" sz="2000" i="1"/>
              <a:t>Addresses in TCP/IP</a:t>
            </a:r>
          </a:p>
        </p:txBody>
      </p:sp>
      <p:sp>
        <p:nvSpPr>
          <p:cNvPr id="65542" name="Line 5">
            <a:extLst>
              <a:ext uri="{FF2B5EF4-FFF2-40B4-BE49-F238E27FC236}">
                <a16:creationId xmlns:a16="http://schemas.microsoft.com/office/drawing/2014/main" id="{0D5E1893-E4B5-796F-0403-90A075A94CF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65543" name="Picture 6">
            <a:extLst>
              <a:ext uri="{FF2B5EF4-FFF2-40B4-BE49-F238E27FC236}">
                <a16:creationId xmlns:a16="http://schemas.microsoft.com/office/drawing/2014/main" id="{21881DE0-0739-77AF-D960-9EBE746B4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286000"/>
            <a:ext cx="7834312" cy="1997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1">
            <a:extLst>
              <a:ext uri="{FF2B5EF4-FFF2-40B4-BE49-F238E27FC236}">
                <a16:creationId xmlns:a16="http://schemas.microsoft.com/office/drawing/2014/main" id="{7EE2EF5B-12AF-A64C-EF38-686BAA8C566F}"/>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ABB91BD4-6D8E-4AD2-944B-FA1F84BFF65E}" type="slidenum">
              <a:rPr lang="en-US" altLang="en-US" sz="2000">
                <a:latin typeface="Arial" panose="020B0604020202020204" pitchFamily="34" charset="0"/>
              </a:rPr>
              <a:pPr/>
              <a:t>32</a:t>
            </a:fld>
            <a:endParaRPr lang="en-US" altLang="en-US" sz="2000">
              <a:latin typeface="Arial" panose="020B0604020202020204" pitchFamily="34" charset="0"/>
            </a:endParaRPr>
          </a:p>
        </p:txBody>
      </p:sp>
      <p:sp>
        <p:nvSpPr>
          <p:cNvPr id="67587" name="Line 2">
            <a:extLst>
              <a:ext uri="{FF2B5EF4-FFF2-40B4-BE49-F238E27FC236}">
                <a16:creationId xmlns:a16="http://schemas.microsoft.com/office/drawing/2014/main" id="{307E8DBB-4EA7-49A1-C942-F030FD01956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67588" name="Line 3">
            <a:extLst>
              <a:ext uri="{FF2B5EF4-FFF2-40B4-BE49-F238E27FC236}">
                <a16:creationId xmlns:a16="http://schemas.microsoft.com/office/drawing/2014/main" id="{77DA7429-A605-C16F-8D8A-F2EF09A1AE61}"/>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67589" name="Text Box 4">
            <a:extLst>
              <a:ext uri="{FF2B5EF4-FFF2-40B4-BE49-F238E27FC236}">
                <a16:creationId xmlns:a16="http://schemas.microsoft.com/office/drawing/2014/main" id="{7D0B0608-037F-283B-DA3D-55F5EBA09061}"/>
              </a:ext>
            </a:extLst>
          </p:cNvPr>
          <p:cNvSpPr txBox="1">
            <a:spLocks noChangeArrowheads="1"/>
          </p:cNvSpPr>
          <p:nvPr/>
        </p:nvSpPr>
        <p:spPr bwMode="auto">
          <a:xfrm>
            <a:off x="304800" y="381000"/>
            <a:ext cx="67627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2.18  </a:t>
            </a:r>
            <a:r>
              <a:rPr lang="en-US" sz="2000" i="1"/>
              <a:t>Relationship of layers and addresses in TCP/IP</a:t>
            </a:r>
          </a:p>
        </p:txBody>
      </p:sp>
      <p:sp>
        <p:nvSpPr>
          <p:cNvPr id="67590" name="Line 5">
            <a:extLst>
              <a:ext uri="{FF2B5EF4-FFF2-40B4-BE49-F238E27FC236}">
                <a16:creationId xmlns:a16="http://schemas.microsoft.com/office/drawing/2014/main" id="{AC43E868-0799-BD46-14A9-5F1838D092E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67591" name="Picture 6">
            <a:extLst>
              <a:ext uri="{FF2B5EF4-FFF2-40B4-BE49-F238E27FC236}">
                <a16:creationId xmlns:a16="http://schemas.microsoft.com/office/drawing/2014/main" id="{A59CA12C-A07A-A0E2-F8C8-34CD8B91B4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66825"/>
            <a:ext cx="7467600" cy="4829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a:extLst>
              <a:ext uri="{FF2B5EF4-FFF2-40B4-BE49-F238E27FC236}">
                <a16:creationId xmlns:a16="http://schemas.microsoft.com/office/drawing/2014/main" id="{58BF1048-0DC2-7559-C21A-0D610A39746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0D32E068-6169-46C0-911A-0020EAD30904}" type="slidenum">
              <a:rPr lang="en-US" altLang="en-US" sz="2000">
                <a:latin typeface="Arial" panose="020B0604020202020204" pitchFamily="34" charset="0"/>
              </a:rPr>
              <a:pPr/>
              <a:t>33</a:t>
            </a:fld>
            <a:endParaRPr lang="en-US" altLang="en-US" sz="2000">
              <a:latin typeface="Arial" panose="020B0604020202020204" pitchFamily="34" charset="0"/>
            </a:endParaRPr>
          </a:p>
        </p:txBody>
      </p:sp>
      <p:sp>
        <p:nvSpPr>
          <p:cNvPr id="69635" name="Rectangle 2">
            <a:extLst>
              <a:ext uri="{FF2B5EF4-FFF2-40B4-BE49-F238E27FC236}">
                <a16:creationId xmlns:a16="http://schemas.microsoft.com/office/drawing/2014/main" id="{ADB67ABF-524E-61F1-BD4C-9D4A25A25A82}"/>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69636" name="Rectangle 3">
            <a:extLst>
              <a:ext uri="{FF2B5EF4-FFF2-40B4-BE49-F238E27FC236}">
                <a16:creationId xmlns:a16="http://schemas.microsoft.com/office/drawing/2014/main" id="{9A08D951-2DAC-3F21-67E6-4C202566FD08}"/>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nvGrpSpPr>
          <p:cNvPr id="80900" name="Group 14">
            <a:extLst>
              <a:ext uri="{FF2B5EF4-FFF2-40B4-BE49-F238E27FC236}">
                <a16:creationId xmlns:a16="http://schemas.microsoft.com/office/drawing/2014/main" id="{28C06FF9-B7F6-D898-3BAA-A6E60836C8EA}"/>
              </a:ext>
            </a:extLst>
          </p:cNvPr>
          <p:cNvGrpSpPr>
            <a:grpSpLocks/>
          </p:cNvGrpSpPr>
          <p:nvPr/>
        </p:nvGrpSpPr>
        <p:grpSpPr bwMode="auto">
          <a:xfrm>
            <a:off x="490538" y="773113"/>
            <a:ext cx="738187" cy="474662"/>
            <a:chOff x="309" y="487"/>
            <a:chExt cx="465" cy="299"/>
          </a:xfrm>
        </p:grpSpPr>
        <p:sp>
          <p:nvSpPr>
            <p:cNvPr id="69644" name="Rectangle 4">
              <a:extLst>
                <a:ext uri="{FF2B5EF4-FFF2-40B4-BE49-F238E27FC236}">
                  <a16:creationId xmlns:a16="http://schemas.microsoft.com/office/drawing/2014/main" id="{B59F0E64-CA62-A43E-AC19-E34FE7E5C721}"/>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69645" name="Rectangle 5">
              <a:extLst>
                <a:ext uri="{FF2B5EF4-FFF2-40B4-BE49-F238E27FC236}">
                  <a16:creationId xmlns:a16="http://schemas.microsoft.com/office/drawing/2014/main" id="{D1133C9F-0E5B-6B87-76F1-2D4B0BDDD470}"/>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sp>
        <p:nvSpPr>
          <p:cNvPr id="69638" name="Rectangle 6">
            <a:extLst>
              <a:ext uri="{FF2B5EF4-FFF2-40B4-BE49-F238E27FC236}">
                <a16:creationId xmlns:a16="http://schemas.microsoft.com/office/drawing/2014/main" id="{1AF9C45F-C5DB-379A-DFE7-EE1775876D8A}"/>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69639" name="Rectangle 7">
            <a:extLst>
              <a:ext uri="{FF2B5EF4-FFF2-40B4-BE49-F238E27FC236}">
                <a16:creationId xmlns:a16="http://schemas.microsoft.com/office/drawing/2014/main" id="{468C8006-1A61-780E-0102-F3B2AE58EC0C}"/>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69640" name="Rectangle 8">
            <a:extLst>
              <a:ext uri="{FF2B5EF4-FFF2-40B4-BE49-F238E27FC236}">
                <a16:creationId xmlns:a16="http://schemas.microsoft.com/office/drawing/2014/main" id="{5BA80138-23F8-71AD-B59C-002ACA8D31D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69641" name="Rectangle 10">
            <a:extLst>
              <a:ext uri="{FF2B5EF4-FFF2-40B4-BE49-F238E27FC236}">
                <a16:creationId xmlns:a16="http://schemas.microsoft.com/office/drawing/2014/main" id="{82E177F4-6A87-5EE3-75F1-06BEC713C34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69642" name="Rectangle 11">
            <a:extLst>
              <a:ext uri="{FF2B5EF4-FFF2-40B4-BE49-F238E27FC236}">
                <a16:creationId xmlns:a16="http://schemas.microsoft.com/office/drawing/2014/main" id="{A98AD484-36D3-0CDE-8F67-485B7DDAFB8B}"/>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defRPr/>
            </a:pPr>
            <a:r>
              <a:rPr lang="en-US" sz="2800" i="1">
                <a:latin typeface="Times New Roman" charset="0"/>
                <a:ea typeface="ＭＳ Ｐゴシック" charset="0"/>
              </a:rPr>
              <a:t>In Figure 2.19 a node with physical address 10 sends a frame to a node with physical address 87. The two nodes are connected by a link (bus topology LAN). As the figure shows, the computer with physical address </a:t>
            </a:r>
            <a:r>
              <a:rPr lang="en-US" sz="2800" i="1">
                <a:solidFill>
                  <a:schemeClr val="hlink"/>
                </a:solidFill>
                <a:latin typeface="Times New Roman" charset="0"/>
                <a:ea typeface="ＭＳ Ｐゴシック" charset="0"/>
              </a:rPr>
              <a:t>10</a:t>
            </a:r>
            <a:r>
              <a:rPr lang="en-US" sz="2800" i="1">
                <a:latin typeface="Times New Roman" charset="0"/>
                <a:ea typeface="ＭＳ Ｐゴシック" charset="0"/>
              </a:rPr>
              <a:t> is the sender, and the computer with physical address </a:t>
            </a:r>
            <a:r>
              <a:rPr lang="en-US" sz="2800" i="1">
                <a:solidFill>
                  <a:schemeClr val="hlink"/>
                </a:solidFill>
                <a:latin typeface="Times New Roman" charset="0"/>
                <a:ea typeface="ＭＳ Ｐゴシック" charset="0"/>
              </a:rPr>
              <a:t>87</a:t>
            </a:r>
            <a:r>
              <a:rPr lang="en-US" sz="2800" i="1">
                <a:latin typeface="Times New Roman" charset="0"/>
                <a:ea typeface="ＭＳ Ｐゴシック" charset="0"/>
              </a:rPr>
              <a:t> is the receiver.</a:t>
            </a:r>
          </a:p>
        </p:txBody>
      </p:sp>
      <p:sp>
        <p:nvSpPr>
          <p:cNvPr id="69643" name="Text Box 13">
            <a:extLst>
              <a:ext uri="{FF2B5EF4-FFF2-40B4-BE49-F238E27FC236}">
                <a16:creationId xmlns:a16="http://schemas.microsoft.com/office/drawing/2014/main" id="{181CF563-1616-811E-1286-9590C1FAE80D}"/>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3200" i="1">
                <a:solidFill>
                  <a:schemeClr val="hlink"/>
                </a:solidFill>
              </a:rPr>
              <a:t>Example 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a:extLst>
              <a:ext uri="{FF2B5EF4-FFF2-40B4-BE49-F238E27FC236}">
                <a16:creationId xmlns:a16="http://schemas.microsoft.com/office/drawing/2014/main" id="{69510F72-C71B-CD69-93F6-DD76FC350F02}"/>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DAA9C6A6-8DD8-4250-B419-AABDD84430D8}" type="slidenum">
              <a:rPr lang="en-US" altLang="en-US" sz="2000">
                <a:latin typeface="Arial" panose="020B0604020202020204" pitchFamily="34" charset="0"/>
              </a:rPr>
              <a:pPr/>
              <a:t>34</a:t>
            </a:fld>
            <a:endParaRPr lang="en-US" altLang="en-US" sz="2000">
              <a:latin typeface="Arial" panose="020B0604020202020204" pitchFamily="34" charset="0"/>
            </a:endParaRPr>
          </a:p>
        </p:txBody>
      </p:sp>
      <p:sp>
        <p:nvSpPr>
          <p:cNvPr id="71683" name="Line 2">
            <a:extLst>
              <a:ext uri="{FF2B5EF4-FFF2-40B4-BE49-F238E27FC236}">
                <a16:creationId xmlns:a16="http://schemas.microsoft.com/office/drawing/2014/main" id="{A2C935BC-153B-0A9E-AE16-192F555028E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71684" name="Line 3">
            <a:extLst>
              <a:ext uri="{FF2B5EF4-FFF2-40B4-BE49-F238E27FC236}">
                <a16:creationId xmlns:a16="http://schemas.microsoft.com/office/drawing/2014/main" id="{AD25ECC7-E132-CB44-3F18-02782EB0E3E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71685" name="Text Box 4">
            <a:extLst>
              <a:ext uri="{FF2B5EF4-FFF2-40B4-BE49-F238E27FC236}">
                <a16:creationId xmlns:a16="http://schemas.microsoft.com/office/drawing/2014/main" id="{4CCCCCE3-C8D1-5D48-54A7-51BC684FE68B}"/>
              </a:ext>
            </a:extLst>
          </p:cNvPr>
          <p:cNvSpPr txBox="1">
            <a:spLocks noChangeArrowheads="1"/>
          </p:cNvSpPr>
          <p:nvPr/>
        </p:nvSpPr>
        <p:spPr bwMode="auto">
          <a:xfrm>
            <a:off x="304800" y="381000"/>
            <a:ext cx="37639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2.19  </a:t>
            </a:r>
            <a:r>
              <a:rPr lang="en-US" sz="2000" i="1"/>
              <a:t>Physical addresses</a:t>
            </a:r>
          </a:p>
        </p:txBody>
      </p:sp>
      <p:sp>
        <p:nvSpPr>
          <p:cNvPr id="71686" name="Line 5">
            <a:extLst>
              <a:ext uri="{FF2B5EF4-FFF2-40B4-BE49-F238E27FC236}">
                <a16:creationId xmlns:a16="http://schemas.microsoft.com/office/drawing/2014/main" id="{5E2CE15B-FE6C-8C00-E4F7-7E215DDA6D5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71687" name="Picture 6">
            <a:extLst>
              <a:ext uri="{FF2B5EF4-FFF2-40B4-BE49-F238E27FC236}">
                <a16:creationId xmlns:a16="http://schemas.microsoft.com/office/drawing/2014/main" id="{D13EE545-F4E3-6831-A196-E8B696669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3" y="2487613"/>
            <a:ext cx="8053387" cy="1855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a:extLst>
              <a:ext uri="{FF2B5EF4-FFF2-40B4-BE49-F238E27FC236}">
                <a16:creationId xmlns:a16="http://schemas.microsoft.com/office/drawing/2014/main" id="{4C25AE8A-A951-349C-2D37-58055D385DDB}"/>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C4026C60-3486-4263-93A0-1EDA0D8C6799}" type="slidenum">
              <a:rPr lang="en-US" altLang="en-US" sz="2000">
                <a:latin typeface="Arial" panose="020B0604020202020204" pitchFamily="34" charset="0"/>
              </a:rPr>
              <a:pPr/>
              <a:t>35</a:t>
            </a:fld>
            <a:endParaRPr lang="en-US" altLang="en-US" sz="2000">
              <a:latin typeface="Arial" panose="020B0604020202020204" pitchFamily="34" charset="0"/>
            </a:endParaRPr>
          </a:p>
        </p:txBody>
      </p:sp>
      <p:sp>
        <p:nvSpPr>
          <p:cNvPr id="73731" name="Rectangle 2">
            <a:extLst>
              <a:ext uri="{FF2B5EF4-FFF2-40B4-BE49-F238E27FC236}">
                <a16:creationId xmlns:a16="http://schemas.microsoft.com/office/drawing/2014/main" id="{04B6D8B4-83E9-EE75-7A89-1699C5267E37}"/>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3732" name="Rectangle 3">
            <a:extLst>
              <a:ext uri="{FF2B5EF4-FFF2-40B4-BE49-F238E27FC236}">
                <a16:creationId xmlns:a16="http://schemas.microsoft.com/office/drawing/2014/main" id="{3C1FF0B7-8EEA-832E-1115-6D40FE32F35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nvGrpSpPr>
          <p:cNvPr id="84996" name="Group 4">
            <a:extLst>
              <a:ext uri="{FF2B5EF4-FFF2-40B4-BE49-F238E27FC236}">
                <a16:creationId xmlns:a16="http://schemas.microsoft.com/office/drawing/2014/main" id="{0BF8231D-E45A-7994-EF61-DE7050EB8F6C}"/>
              </a:ext>
            </a:extLst>
          </p:cNvPr>
          <p:cNvGrpSpPr>
            <a:grpSpLocks/>
          </p:cNvGrpSpPr>
          <p:nvPr/>
        </p:nvGrpSpPr>
        <p:grpSpPr bwMode="auto">
          <a:xfrm>
            <a:off x="490538" y="773113"/>
            <a:ext cx="738187" cy="474662"/>
            <a:chOff x="309" y="487"/>
            <a:chExt cx="465" cy="299"/>
          </a:xfrm>
        </p:grpSpPr>
        <p:sp>
          <p:nvSpPr>
            <p:cNvPr id="73741" name="Rectangle 5">
              <a:extLst>
                <a:ext uri="{FF2B5EF4-FFF2-40B4-BE49-F238E27FC236}">
                  <a16:creationId xmlns:a16="http://schemas.microsoft.com/office/drawing/2014/main" id="{E449C683-E264-FA45-DF55-9D827543CF48}"/>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3742" name="Rectangle 6">
              <a:extLst>
                <a:ext uri="{FF2B5EF4-FFF2-40B4-BE49-F238E27FC236}">
                  <a16:creationId xmlns:a16="http://schemas.microsoft.com/office/drawing/2014/main" id="{24C087A9-DB23-93A6-1659-FD404BF195E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sp>
        <p:nvSpPr>
          <p:cNvPr id="73734" name="Rectangle 7">
            <a:extLst>
              <a:ext uri="{FF2B5EF4-FFF2-40B4-BE49-F238E27FC236}">
                <a16:creationId xmlns:a16="http://schemas.microsoft.com/office/drawing/2014/main" id="{0A56B72B-B483-6583-0613-2B73C4DEFF6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3735" name="Rectangle 8">
            <a:extLst>
              <a:ext uri="{FF2B5EF4-FFF2-40B4-BE49-F238E27FC236}">
                <a16:creationId xmlns:a16="http://schemas.microsoft.com/office/drawing/2014/main" id="{A805CF79-D34C-547A-2A16-841B7193D53B}"/>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3736" name="Rectangle 9">
            <a:extLst>
              <a:ext uri="{FF2B5EF4-FFF2-40B4-BE49-F238E27FC236}">
                <a16:creationId xmlns:a16="http://schemas.microsoft.com/office/drawing/2014/main" id="{1958BEBA-A9F2-9FCD-893A-B57DBFEA8E17}"/>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3737" name="Rectangle 10">
            <a:extLst>
              <a:ext uri="{FF2B5EF4-FFF2-40B4-BE49-F238E27FC236}">
                <a16:creationId xmlns:a16="http://schemas.microsoft.com/office/drawing/2014/main" id="{75F1726F-D691-1E7B-FCEA-961AD972F044}"/>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73738" name="Rectangle 11">
            <a:extLst>
              <a:ext uri="{FF2B5EF4-FFF2-40B4-BE49-F238E27FC236}">
                <a16:creationId xmlns:a16="http://schemas.microsoft.com/office/drawing/2014/main" id="{74400626-42F4-CC81-B8D9-77600D9858FD}"/>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defRPr/>
            </a:pPr>
            <a:r>
              <a:rPr lang="en-US" sz="2800" i="1">
                <a:latin typeface="Times New Roman" charset="0"/>
                <a:ea typeface="ＭＳ Ｐゴシック" charset="0"/>
              </a:rPr>
              <a:t>Most local-area networks use a </a:t>
            </a:r>
            <a:r>
              <a:rPr lang="en-US" sz="2800" i="1">
                <a:solidFill>
                  <a:schemeClr val="hlink"/>
                </a:solidFill>
                <a:latin typeface="Times New Roman" charset="0"/>
                <a:ea typeface="ＭＳ Ｐゴシック" charset="0"/>
              </a:rPr>
              <a:t>48-bit</a:t>
            </a:r>
            <a:r>
              <a:rPr lang="en-US" sz="2800" i="1">
                <a:latin typeface="Times New Roman" charset="0"/>
                <a:ea typeface="ＭＳ Ｐゴシック" charset="0"/>
              </a:rPr>
              <a:t> (6-byte) physical address written as 12 hexadecimal digits; every byte (2 hexadecimal digits) is separated by a colon, as shown below:</a:t>
            </a:r>
          </a:p>
        </p:txBody>
      </p:sp>
      <p:sp>
        <p:nvSpPr>
          <p:cNvPr id="73739" name="Text Box 12">
            <a:extLst>
              <a:ext uri="{FF2B5EF4-FFF2-40B4-BE49-F238E27FC236}">
                <a16:creationId xmlns:a16="http://schemas.microsoft.com/office/drawing/2014/main" id="{6989AA9A-189F-ADE7-AAE5-359DAC2265C6}"/>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3200" i="1">
                <a:solidFill>
                  <a:schemeClr val="hlink"/>
                </a:solidFill>
              </a:rPr>
              <a:t>Example 2.2</a:t>
            </a:r>
          </a:p>
        </p:txBody>
      </p:sp>
      <p:sp>
        <p:nvSpPr>
          <p:cNvPr id="73740" name="Rectangle 14">
            <a:extLst>
              <a:ext uri="{FF2B5EF4-FFF2-40B4-BE49-F238E27FC236}">
                <a16:creationId xmlns:a16="http://schemas.microsoft.com/office/drawing/2014/main" id="{7BB04C6C-8F6D-7062-5D77-C22F22424FF5}"/>
              </a:ext>
            </a:extLst>
          </p:cNvPr>
          <p:cNvSpPr>
            <a:spLocks noChangeArrowheads="1"/>
          </p:cNvSpPr>
          <p:nvPr/>
        </p:nvSpPr>
        <p:spPr bwMode="auto">
          <a:xfrm>
            <a:off x="228600" y="3717925"/>
            <a:ext cx="8534400" cy="15033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3200">
                <a:solidFill>
                  <a:schemeClr val="folHlink"/>
                </a:solidFill>
                <a:latin typeface="Times New Roman" charset="0"/>
                <a:ea typeface="ＭＳ Ｐゴシック" charset="0"/>
              </a:rPr>
              <a:t>07:01:02:01:2C:4B</a:t>
            </a:r>
            <a:br>
              <a:rPr lang="en-US" sz="3200">
                <a:solidFill>
                  <a:schemeClr val="folHlink"/>
                </a:solidFill>
                <a:latin typeface="Times New Roman" charset="0"/>
                <a:ea typeface="ＭＳ Ｐゴシック" charset="0"/>
              </a:rPr>
            </a:br>
            <a:endParaRPr lang="en-US" sz="3200">
              <a:solidFill>
                <a:schemeClr val="folHlink"/>
              </a:solidFill>
              <a:latin typeface="Times New Roman" charset="0"/>
              <a:ea typeface="ＭＳ Ｐゴシック" charset="0"/>
            </a:endParaRPr>
          </a:p>
          <a:p>
            <a:pPr algn="ctr">
              <a:defRPr/>
            </a:pPr>
            <a:r>
              <a:rPr lang="en-US" sz="2800">
                <a:latin typeface="Times New Roman" charset="0"/>
                <a:ea typeface="ＭＳ Ｐゴシック" charset="0"/>
              </a:rPr>
              <a:t>A 6-byte (12 hexadecimal digits) physical address.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1">
            <a:extLst>
              <a:ext uri="{FF2B5EF4-FFF2-40B4-BE49-F238E27FC236}">
                <a16:creationId xmlns:a16="http://schemas.microsoft.com/office/drawing/2014/main" id="{534D261D-EB01-FBC5-8375-4D66253EFBA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9A947DD2-F87D-41AC-AD33-F0B25360B04D}" type="slidenum">
              <a:rPr lang="en-US" altLang="en-US" sz="2000">
                <a:latin typeface="Arial" panose="020B0604020202020204" pitchFamily="34" charset="0"/>
              </a:rPr>
              <a:pPr/>
              <a:t>36</a:t>
            </a:fld>
            <a:endParaRPr lang="en-US" altLang="en-US" sz="2000">
              <a:latin typeface="Arial" panose="020B0604020202020204" pitchFamily="34" charset="0"/>
            </a:endParaRPr>
          </a:p>
        </p:txBody>
      </p:sp>
      <p:sp>
        <p:nvSpPr>
          <p:cNvPr id="75779" name="Rectangle 2">
            <a:extLst>
              <a:ext uri="{FF2B5EF4-FFF2-40B4-BE49-F238E27FC236}">
                <a16:creationId xmlns:a16="http://schemas.microsoft.com/office/drawing/2014/main" id="{0166E81D-F0EB-D050-2258-89F9F8A3A1CC}"/>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5780" name="Rectangle 3">
            <a:extLst>
              <a:ext uri="{FF2B5EF4-FFF2-40B4-BE49-F238E27FC236}">
                <a16:creationId xmlns:a16="http://schemas.microsoft.com/office/drawing/2014/main" id="{E917DF41-012F-25C1-CCE1-83EC6BCE28C0}"/>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nvGrpSpPr>
          <p:cNvPr id="87044" name="Group 4">
            <a:extLst>
              <a:ext uri="{FF2B5EF4-FFF2-40B4-BE49-F238E27FC236}">
                <a16:creationId xmlns:a16="http://schemas.microsoft.com/office/drawing/2014/main" id="{0CF508D2-83EA-66E5-FAFC-D184F5CA6DF4}"/>
              </a:ext>
            </a:extLst>
          </p:cNvPr>
          <p:cNvGrpSpPr>
            <a:grpSpLocks/>
          </p:cNvGrpSpPr>
          <p:nvPr/>
        </p:nvGrpSpPr>
        <p:grpSpPr bwMode="auto">
          <a:xfrm>
            <a:off x="490538" y="773113"/>
            <a:ext cx="738187" cy="474662"/>
            <a:chOff x="309" y="487"/>
            <a:chExt cx="465" cy="299"/>
          </a:xfrm>
        </p:grpSpPr>
        <p:sp>
          <p:nvSpPr>
            <p:cNvPr id="75788" name="Rectangle 5">
              <a:extLst>
                <a:ext uri="{FF2B5EF4-FFF2-40B4-BE49-F238E27FC236}">
                  <a16:creationId xmlns:a16="http://schemas.microsoft.com/office/drawing/2014/main" id="{3CEB1A0E-47A9-0BB9-7EB1-8FD0EE8E0C9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5789" name="Rectangle 6">
              <a:extLst>
                <a:ext uri="{FF2B5EF4-FFF2-40B4-BE49-F238E27FC236}">
                  <a16:creationId xmlns:a16="http://schemas.microsoft.com/office/drawing/2014/main" id="{A36D3E23-3958-70F3-D7CF-62E6029BA60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sp>
        <p:nvSpPr>
          <p:cNvPr id="75782" name="Rectangle 7">
            <a:extLst>
              <a:ext uri="{FF2B5EF4-FFF2-40B4-BE49-F238E27FC236}">
                <a16:creationId xmlns:a16="http://schemas.microsoft.com/office/drawing/2014/main" id="{D738BCE8-5DA6-9380-4B91-838950C06087}"/>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5783" name="Rectangle 8">
            <a:extLst>
              <a:ext uri="{FF2B5EF4-FFF2-40B4-BE49-F238E27FC236}">
                <a16:creationId xmlns:a16="http://schemas.microsoft.com/office/drawing/2014/main" id="{4AB39B4B-7F7B-DD6B-B1FE-751BF10A2BBB}"/>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5784" name="Rectangle 9">
            <a:extLst>
              <a:ext uri="{FF2B5EF4-FFF2-40B4-BE49-F238E27FC236}">
                <a16:creationId xmlns:a16="http://schemas.microsoft.com/office/drawing/2014/main" id="{AC4F4E31-A121-1A3F-CBE9-C76568FAF1CA}"/>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5785" name="Rectangle 10">
            <a:extLst>
              <a:ext uri="{FF2B5EF4-FFF2-40B4-BE49-F238E27FC236}">
                <a16:creationId xmlns:a16="http://schemas.microsoft.com/office/drawing/2014/main" id="{759F0EED-F45F-0132-300D-526801AEAB4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75786" name="Rectangle 11">
            <a:extLst>
              <a:ext uri="{FF2B5EF4-FFF2-40B4-BE49-F238E27FC236}">
                <a16:creationId xmlns:a16="http://schemas.microsoft.com/office/drawing/2014/main" id="{D5E33A1B-4ECB-386D-7B22-9C983C98F2D8}"/>
              </a:ext>
            </a:extLst>
          </p:cNvPr>
          <p:cNvSpPr>
            <a:spLocks noChangeArrowheads="1"/>
          </p:cNvSpPr>
          <p:nvPr/>
        </p:nvSpPr>
        <p:spPr bwMode="auto">
          <a:xfrm>
            <a:off x="228600" y="1524000"/>
            <a:ext cx="8534400" cy="3935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algn="just"/>
            <a:r>
              <a:rPr lang="en-US" altLang="en-US" sz="2800" i="1"/>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p>
        </p:txBody>
      </p:sp>
      <p:sp>
        <p:nvSpPr>
          <p:cNvPr id="75787" name="Text Box 12">
            <a:extLst>
              <a:ext uri="{FF2B5EF4-FFF2-40B4-BE49-F238E27FC236}">
                <a16:creationId xmlns:a16="http://schemas.microsoft.com/office/drawing/2014/main" id="{B890B439-BD9F-9F1E-3571-1DC3C3B651AA}"/>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3200" i="1">
                <a:solidFill>
                  <a:schemeClr val="hlink"/>
                </a:solidFill>
              </a:rPr>
              <a:t>Example 2.3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1">
            <a:extLst>
              <a:ext uri="{FF2B5EF4-FFF2-40B4-BE49-F238E27FC236}">
                <a16:creationId xmlns:a16="http://schemas.microsoft.com/office/drawing/2014/main" id="{C41FA1AD-7EFC-588A-4367-60F6E5FB9028}"/>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D2B76EE3-17CD-4DD5-856C-69C329E44BDA}" type="slidenum">
              <a:rPr lang="en-US" altLang="en-US" sz="2000">
                <a:latin typeface="Arial" panose="020B0604020202020204" pitchFamily="34" charset="0"/>
              </a:rPr>
              <a:pPr/>
              <a:t>37</a:t>
            </a:fld>
            <a:endParaRPr lang="en-US" altLang="en-US" sz="2000">
              <a:latin typeface="Arial" panose="020B0604020202020204" pitchFamily="34" charset="0"/>
            </a:endParaRPr>
          </a:p>
        </p:txBody>
      </p:sp>
      <p:sp>
        <p:nvSpPr>
          <p:cNvPr id="77827" name="Line 2">
            <a:extLst>
              <a:ext uri="{FF2B5EF4-FFF2-40B4-BE49-F238E27FC236}">
                <a16:creationId xmlns:a16="http://schemas.microsoft.com/office/drawing/2014/main" id="{52FE5A5A-E209-7219-CC93-6AF524C8588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77828" name="Line 3">
            <a:extLst>
              <a:ext uri="{FF2B5EF4-FFF2-40B4-BE49-F238E27FC236}">
                <a16:creationId xmlns:a16="http://schemas.microsoft.com/office/drawing/2014/main" id="{150680E8-9DFB-E795-510F-A4C7DDB8A4A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77829" name="Text Box 4">
            <a:extLst>
              <a:ext uri="{FF2B5EF4-FFF2-40B4-BE49-F238E27FC236}">
                <a16:creationId xmlns:a16="http://schemas.microsoft.com/office/drawing/2014/main" id="{849121E3-78BC-EC7F-EA91-8A9B5A802E63}"/>
              </a:ext>
            </a:extLst>
          </p:cNvPr>
          <p:cNvSpPr txBox="1">
            <a:spLocks noChangeArrowheads="1"/>
          </p:cNvSpPr>
          <p:nvPr/>
        </p:nvSpPr>
        <p:spPr bwMode="auto">
          <a:xfrm>
            <a:off x="304800" y="381000"/>
            <a:ext cx="31289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2.20  </a:t>
            </a:r>
            <a:r>
              <a:rPr lang="en-US" sz="2000" i="1"/>
              <a:t>IP addresses</a:t>
            </a:r>
          </a:p>
        </p:txBody>
      </p:sp>
      <p:sp>
        <p:nvSpPr>
          <p:cNvPr id="77830" name="Line 5">
            <a:extLst>
              <a:ext uri="{FF2B5EF4-FFF2-40B4-BE49-F238E27FC236}">
                <a16:creationId xmlns:a16="http://schemas.microsoft.com/office/drawing/2014/main" id="{99668FDF-C5FB-F9D3-64F4-B65C60F41E0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77831" name="Picture 6">
            <a:extLst>
              <a:ext uri="{FF2B5EF4-FFF2-40B4-BE49-F238E27FC236}">
                <a16:creationId xmlns:a16="http://schemas.microsoft.com/office/drawing/2014/main" id="{38E88180-7A6D-F5A7-F269-513C96E76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1089025"/>
            <a:ext cx="6069012" cy="5083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1">
            <a:extLst>
              <a:ext uri="{FF2B5EF4-FFF2-40B4-BE49-F238E27FC236}">
                <a16:creationId xmlns:a16="http://schemas.microsoft.com/office/drawing/2014/main" id="{604FC0FF-0D73-E05B-3F18-8D4A4E965A4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BFB83059-17D1-41ED-A182-1C2FB948F08B}" type="slidenum">
              <a:rPr lang="en-US" altLang="en-US" sz="2000">
                <a:latin typeface="Arial" panose="020B0604020202020204" pitchFamily="34" charset="0"/>
              </a:rPr>
              <a:pPr/>
              <a:t>38</a:t>
            </a:fld>
            <a:endParaRPr lang="en-US" altLang="en-US" sz="2000">
              <a:latin typeface="Arial" panose="020B0604020202020204" pitchFamily="34" charset="0"/>
            </a:endParaRPr>
          </a:p>
        </p:txBody>
      </p:sp>
      <p:sp>
        <p:nvSpPr>
          <p:cNvPr id="79875" name="Rectangle 2">
            <a:extLst>
              <a:ext uri="{FF2B5EF4-FFF2-40B4-BE49-F238E27FC236}">
                <a16:creationId xmlns:a16="http://schemas.microsoft.com/office/drawing/2014/main" id="{4CF6E155-E9F6-FFD1-290D-7985342068ED}"/>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9876" name="Rectangle 3">
            <a:extLst>
              <a:ext uri="{FF2B5EF4-FFF2-40B4-BE49-F238E27FC236}">
                <a16:creationId xmlns:a16="http://schemas.microsoft.com/office/drawing/2014/main" id="{A5587B4B-57B3-D550-F19A-1607F6388C9F}"/>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nvGrpSpPr>
          <p:cNvPr id="91140" name="Group 4">
            <a:extLst>
              <a:ext uri="{FF2B5EF4-FFF2-40B4-BE49-F238E27FC236}">
                <a16:creationId xmlns:a16="http://schemas.microsoft.com/office/drawing/2014/main" id="{B3E53598-6523-D911-E23D-B4649DA62EBD}"/>
              </a:ext>
            </a:extLst>
          </p:cNvPr>
          <p:cNvGrpSpPr>
            <a:grpSpLocks/>
          </p:cNvGrpSpPr>
          <p:nvPr/>
        </p:nvGrpSpPr>
        <p:grpSpPr bwMode="auto">
          <a:xfrm>
            <a:off x="490538" y="773113"/>
            <a:ext cx="738187" cy="474662"/>
            <a:chOff x="309" y="487"/>
            <a:chExt cx="465" cy="299"/>
          </a:xfrm>
        </p:grpSpPr>
        <p:sp>
          <p:nvSpPr>
            <p:cNvPr id="79884" name="Rectangle 5">
              <a:extLst>
                <a:ext uri="{FF2B5EF4-FFF2-40B4-BE49-F238E27FC236}">
                  <a16:creationId xmlns:a16="http://schemas.microsoft.com/office/drawing/2014/main" id="{B998091A-5E8E-0DA1-FB6D-D539FCAA4DE0}"/>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9885" name="Rectangle 6">
              <a:extLst>
                <a:ext uri="{FF2B5EF4-FFF2-40B4-BE49-F238E27FC236}">
                  <a16:creationId xmlns:a16="http://schemas.microsoft.com/office/drawing/2014/main" id="{4640A1CC-D15A-5386-AC01-5F787541BD12}"/>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sp>
        <p:nvSpPr>
          <p:cNvPr id="79878" name="Rectangle 7">
            <a:extLst>
              <a:ext uri="{FF2B5EF4-FFF2-40B4-BE49-F238E27FC236}">
                <a16:creationId xmlns:a16="http://schemas.microsoft.com/office/drawing/2014/main" id="{39FCB530-90E0-B570-5C8D-390C1108A6EB}"/>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9879" name="Rectangle 8">
            <a:extLst>
              <a:ext uri="{FF2B5EF4-FFF2-40B4-BE49-F238E27FC236}">
                <a16:creationId xmlns:a16="http://schemas.microsoft.com/office/drawing/2014/main" id="{F032DB70-6790-513C-9DEC-96C4C653785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9880" name="Rectangle 9">
            <a:extLst>
              <a:ext uri="{FF2B5EF4-FFF2-40B4-BE49-F238E27FC236}">
                <a16:creationId xmlns:a16="http://schemas.microsoft.com/office/drawing/2014/main" id="{AD204C21-C399-B39A-70F1-3019E5BE48CF}"/>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79881" name="Rectangle 10">
            <a:extLst>
              <a:ext uri="{FF2B5EF4-FFF2-40B4-BE49-F238E27FC236}">
                <a16:creationId xmlns:a16="http://schemas.microsoft.com/office/drawing/2014/main" id="{574B453A-8D99-F45B-C570-CAFE707E845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79882" name="Rectangle 11">
            <a:extLst>
              <a:ext uri="{FF2B5EF4-FFF2-40B4-BE49-F238E27FC236}">
                <a16:creationId xmlns:a16="http://schemas.microsoft.com/office/drawing/2014/main" id="{118EC2C9-FEA8-F4B7-0EFE-1D7C8C2A7F53}"/>
              </a:ext>
            </a:extLst>
          </p:cNvPr>
          <p:cNvSpPr>
            <a:spLocks noChangeArrowheads="1"/>
          </p:cNvSpPr>
          <p:nvPr/>
        </p:nvSpPr>
        <p:spPr bwMode="auto">
          <a:xfrm>
            <a:off x="228600" y="1371600"/>
            <a:ext cx="8534400" cy="4362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defRPr/>
            </a:pPr>
            <a:r>
              <a:rPr lang="en-US" sz="2800" i="1">
                <a:latin typeface="Times New Roman" charset="0"/>
                <a:ea typeface="ＭＳ Ｐゴシック" charset="0"/>
              </a:rPr>
              <a:t>Figure 2.21 shows two computers communicating via the Internet. The sending computer is running three processes at this time with port addresses a, b, and c. The receiving computer is running two processes at this time with port addresses j and k. Process </a:t>
            </a:r>
            <a:r>
              <a:rPr lang="en-US" sz="2800" i="1">
                <a:solidFill>
                  <a:schemeClr val="hlink"/>
                </a:solidFill>
                <a:latin typeface="Times New Roman" charset="0"/>
                <a:ea typeface="ＭＳ Ｐゴシック" charset="0"/>
              </a:rPr>
              <a:t>a</a:t>
            </a:r>
            <a:r>
              <a:rPr lang="en-US" sz="2800" i="1">
                <a:latin typeface="Times New Roman" charset="0"/>
                <a:ea typeface="ＭＳ Ｐゴシック" charset="0"/>
              </a:rPr>
              <a:t> in the sending computer needs to communicate with process </a:t>
            </a:r>
            <a:r>
              <a:rPr lang="en-US" sz="2800" i="1">
                <a:solidFill>
                  <a:schemeClr val="hlink"/>
                </a:solidFill>
                <a:latin typeface="Times New Roman" charset="0"/>
                <a:ea typeface="ＭＳ Ｐゴシック" charset="0"/>
              </a:rPr>
              <a:t>j</a:t>
            </a:r>
            <a:r>
              <a:rPr lang="en-US" sz="2800" i="1">
                <a:latin typeface="Times New Roman" charset="0"/>
                <a:ea typeface="ＭＳ Ｐゴシック" charset="0"/>
              </a:rPr>
              <a:t> in the receiving computer. Note that although physical addresses change from hop to hop, logical and port addresses remain the same from the source to destination. </a:t>
            </a:r>
          </a:p>
        </p:txBody>
      </p:sp>
      <p:sp>
        <p:nvSpPr>
          <p:cNvPr id="79883" name="Text Box 12">
            <a:extLst>
              <a:ext uri="{FF2B5EF4-FFF2-40B4-BE49-F238E27FC236}">
                <a16:creationId xmlns:a16="http://schemas.microsoft.com/office/drawing/2014/main" id="{6FF79CE9-39D1-25AF-E137-E69ECD06ECFD}"/>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3200" i="1">
                <a:solidFill>
                  <a:schemeClr val="hlink"/>
                </a:solidFill>
              </a:rPr>
              <a:t>Example 2.4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1">
            <a:extLst>
              <a:ext uri="{FF2B5EF4-FFF2-40B4-BE49-F238E27FC236}">
                <a16:creationId xmlns:a16="http://schemas.microsoft.com/office/drawing/2014/main" id="{ADD09BC9-9D24-54CE-13FD-82FB9B918551}"/>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9561F157-707F-4DB6-8C13-A57D32976DE0}" type="slidenum">
              <a:rPr lang="en-US" altLang="en-US" sz="2000">
                <a:latin typeface="Arial" panose="020B0604020202020204" pitchFamily="34" charset="0"/>
              </a:rPr>
              <a:pPr/>
              <a:t>39</a:t>
            </a:fld>
            <a:endParaRPr lang="en-US" altLang="en-US" sz="2000">
              <a:latin typeface="Arial" panose="020B0604020202020204" pitchFamily="34" charset="0"/>
            </a:endParaRPr>
          </a:p>
        </p:txBody>
      </p:sp>
      <p:sp>
        <p:nvSpPr>
          <p:cNvPr id="81923" name="Line 2">
            <a:extLst>
              <a:ext uri="{FF2B5EF4-FFF2-40B4-BE49-F238E27FC236}">
                <a16:creationId xmlns:a16="http://schemas.microsoft.com/office/drawing/2014/main" id="{8319FF23-45A2-8A9C-918E-4464C398C50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81924" name="Line 3">
            <a:extLst>
              <a:ext uri="{FF2B5EF4-FFF2-40B4-BE49-F238E27FC236}">
                <a16:creationId xmlns:a16="http://schemas.microsoft.com/office/drawing/2014/main" id="{24F50B4F-2CE2-17DB-2655-EA7495904DC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81925" name="Text Box 4">
            <a:extLst>
              <a:ext uri="{FF2B5EF4-FFF2-40B4-BE49-F238E27FC236}">
                <a16:creationId xmlns:a16="http://schemas.microsoft.com/office/drawing/2014/main" id="{8633F67B-4522-F5C3-DB6B-95B85F4F260F}"/>
              </a:ext>
            </a:extLst>
          </p:cNvPr>
          <p:cNvSpPr txBox="1">
            <a:spLocks noChangeArrowheads="1"/>
          </p:cNvSpPr>
          <p:nvPr/>
        </p:nvSpPr>
        <p:spPr bwMode="auto">
          <a:xfrm>
            <a:off x="304800" y="381000"/>
            <a:ext cx="332581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400">
                <a:solidFill>
                  <a:schemeClr val="folHlink"/>
                </a:solidFill>
              </a:rPr>
              <a:t>Figure 2.21  </a:t>
            </a:r>
            <a:r>
              <a:rPr lang="en-US" sz="2000" i="1"/>
              <a:t>Port addresses</a:t>
            </a:r>
          </a:p>
        </p:txBody>
      </p:sp>
      <p:sp>
        <p:nvSpPr>
          <p:cNvPr id="81926" name="Line 5">
            <a:extLst>
              <a:ext uri="{FF2B5EF4-FFF2-40B4-BE49-F238E27FC236}">
                <a16:creationId xmlns:a16="http://schemas.microsoft.com/office/drawing/2014/main" id="{10F508EF-9452-7F0E-08F0-01557C7FA39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pic>
        <p:nvPicPr>
          <p:cNvPr id="81927" name="Picture 6">
            <a:extLst>
              <a:ext uri="{FF2B5EF4-FFF2-40B4-BE49-F238E27FC236}">
                <a16:creationId xmlns:a16="http://schemas.microsoft.com/office/drawing/2014/main" id="{468C1B8A-7473-B902-07EB-761F4E7278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990600"/>
            <a:ext cx="7038975" cy="5276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1">
            <a:extLst>
              <a:ext uri="{FF2B5EF4-FFF2-40B4-BE49-F238E27FC236}">
                <a16:creationId xmlns:a16="http://schemas.microsoft.com/office/drawing/2014/main" id="{E9DFC18E-B43F-1491-B715-A34D9FD9896A}"/>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D63A7C0A-EB51-4A1D-B1BD-CD81C1FF886A}" type="slidenum">
              <a:rPr lang="en-US" altLang="en-US" sz="2000">
                <a:latin typeface="Arial" panose="020B0604020202020204" pitchFamily="34" charset="0"/>
              </a:rPr>
              <a:pPr/>
              <a:t>40</a:t>
            </a:fld>
            <a:endParaRPr lang="en-US" altLang="en-US" sz="2000">
              <a:latin typeface="Arial" panose="020B0604020202020204" pitchFamily="34" charset="0"/>
            </a:endParaRPr>
          </a:p>
        </p:txBody>
      </p:sp>
      <p:sp>
        <p:nvSpPr>
          <p:cNvPr id="83971" name="Rectangle 2">
            <a:extLst>
              <a:ext uri="{FF2B5EF4-FFF2-40B4-BE49-F238E27FC236}">
                <a16:creationId xmlns:a16="http://schemas.microsoft.com/office/drawing/2014/main" id="{3DF2F264-2922-0747-7D87-8A1779D2DA7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2" name="Rectangle 3">
            <a:extLst>
              <a:ext uri="{FF2B5EF4-FFF2-40B4-BE49-F238E27FC236}">
                <a16:creationId xmlns:a16="http://schemas.microsoft.com/office/drawing/2014/main" id="{CEEA7104-0B57-4067-3EB7-B4E43A8FFAE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3" name="Rectangle 4">
            <a:extLst>
              <a:ext uri="{FF2B5EF4-FFF2-40B4-BE49-F238E27FC236}">
                <a16:creationId xmlns:a16="http://schemas.microsoft.com/office/drawing/2014/main" id="{5F8D885B-9A99-F835-5FC7-328611F2098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4" name="Rectangle 5">
            <a:extLst>
              <a:ext uri="{FF2B5EF4-FFF2-40B4-BE49-F238E27FC236}">
                <a16:creationId xmlns:a16="http://schemas.microsoft.com/office/drawing/2014/main" id="{1A88B225-348B-86C7-C171-6D53688E91A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5" name="Rectangle 6">
            <a:extLst>
              <a:ext uri="{FF2B5EF4-FFF2-40B4-BE49-F238E27FC236}">
                <a16:creationId xmlns:a16="http://schemas.microsoft.com/office/drawing/2014/main" id="{E4201882-277F-D1CF-57EC-C45235080BD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6" name="Rectangle 7">
            <a:extLst>
              <a:ext uri="{FF2B5EF4-FFF2-40B4-BE49-F238E27FC236}">
                <a16:creationId xmlns:a16="http://schemas.microsoft.com/office/drawing/2014/main" id="{96F85075-84B5-0498-B490-44FB1B875C1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7" name="Rectangle 8">
            <a:extLst>
              <a:ext uri="{FF2B5EF4-FFF2-40B4-BE49-F238E27FC236}">
                <a16:creationId xmlns:a16="http://schemas.microsoft.com/office/drawing/2014/main" id="{5252E129-B554-060F-808D-C09E763BDF8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3978" name="Line 9">
            <a:extLst>
              <a:ext uri="{FF2B5EF4-FFF2-40B4-BE49-F238E27FC236}">
                <a16:creationId xmlns:a16="http://schemas.microsoft.com/office/drawing/2014/main" id="{12B454FC-678C-1BDC-5F9C-58105D1C76B0}"/>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83979" name="Line 10">
            <a:extLst>
              <a:ext uri="{FF2B5EF4-FFF2-40B4-BE49-F238E27FC236}">
                <a16:creationId xmlns:a16="http://schemas.microsoft.com/office/drawing/2014/main" id="{89AA5FDD-1B66-86FC-194E-7C8D4AA8888E}"/>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
        <p:nvSpPr>
          <p:cNvPr id="83980" name="Rectangle 11">
            <a:extLst>
              <a:ext uri="{FF2B5EF4-FFF2-40B4-BE49-F238E27FC236}">
                <a16:creationId xmlns:a16="http://schemas.microsoft.com/office/drawing/2014/main" id="{45D5CACC-2540-03A4-2FB0-670DCB79B148}"/>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xmlns="" w="76200">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sz="2400">
                <a:latin typeface="Times New Roman" charset="0"/>
                <a:ea typeface="ＭＳ Ｐゴシック" charset="0"/>
              </a:rPr>
              <a:t>The physical addresses will change from hop to hop,</a:t>
            </a:r>
          </a:p>
          <a:p>
            <a:pPr algn="ctr">
              <a:defRPr/>
            </a:pPr>
            <a:r>
              <a:rPr lang="en-US" sz="2400">
                <a:latin typeface="Times New Roman" charset="0"/>
                <a:ea typeface="ＭＳ Ｐゴシック" charset="0"/>
              </a:rPr>
              <a:t>but the logical addresses usually remain the same.</a:t>
            </a:r>
          </a:p>
        </p:txBody>
      </p:sp>
      <p:grpSp>
        <p:nvGrpSpPr>
          <p:cNvPr id="95244" name="Group 15">
            <a:extLst>
              <a:ext uri="{FF2B5EF4-FFF2-40B4-BE49-F238E27FC236}">
                <a16:creationId xmlns:a16="http://schemas.microsoft.com/office/drawing/2014/main" id="{06AC924D-42BC-97C0-65D7-6F9FA6B84279}"/>
              </a:ext>
            </a:extLst>
          </p:cNvPr>
          <p:cNvGrpSpPr>
            <a:grpSpLocks/>
          </p:cNvGrpSpPr>
          <p:nvPr/>
        </p:nvGrpSpPr>
        <p:grpSpPr bwMode="auto">
          <a:xfrm>
            <a:off x="533400" y="2286000"/>
            <a:ext cx="1143000" cy="566738"/>
            <a:chOff x="1200" y="1248"/>
            <a:chExt cx="720" cy="357"/>
          </a:xfrm>
        </p:grpSpPr>
        <p:pic>
          <p:nvPicPr>
            <p:cNvPr id="83982" name="Picture 16">
              <a:extLst>
                <a:ext uri="{FF2B5EF4-FFF2-40B4-BE49-F238E27FC236}">
                  <a16:creationId xmlns:a16="http://schemas.microsoft.com/office/drawing/2014/main" id="{6236C4E1-A560-8799-DEFF-FFB1FE9AFD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3983" name="Text Box 17">
              <a:extLst>
                <a:ext uri="{FF2B5EF4-FFF2-40B4-BE49-F238E27FC236}">
                  <a16:creationId xmlns:a16="http://schemas.microsoft.com/office/drawing/2014/main" id="{65314D9A-2A59-BF78-14D7-149BC79C4BD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2800" i="1">
                  <a:solidFill>
                    <a:schemeClr val="hlink"/>
                  </a:solidFill>
                </a:rPr>
                <a:t>Note</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1">
            <a:extLst>
              <a:ext uri="{FF2B5EF4-FFF2-40B4-BE49-F238E27FC236}">
                <a16:creationId xmlns:a16="http://schemas.microsoft.com/office/drawing/2014/main" id="{502B0FBB-A569-EA3C-D6B3-1F1E7B73E184}"/>
              </a:ext>
            </a:extLst>
          </p:cNvPr>
          <p:cNvSpPr>
            <a:spLocks noGrp="1"/>
          </p:cNvSpPr>
          <p:nvPr>
            <p:ph type="sldNum"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r>
              <a:rPr lang="en-US" altLang="en-US" sz="2000">
                <a:latin typeface="Arial" panose="020B0604020202020204" pitchFamily="34" charset="0"/>
              </a:rPr>
              <a:t>2.</a:t>
            </a:r>
            <a:fld id="{9A99677B-0371-49D0-B1EF-9204DC1B95D9}" type="slidenum">
              <a:rPr lang="en-US" altLang="en-US" sz="2000">
                <a:latin typeface="Arial" panose="020B0604020202020204" pitchFamily="34" charset="0"/>
              </a:rPr>
              <a:pPr/>
              <a:t>41</a:t>
            </a:fld>
            <a:endParaRPr lang="en-US" altLang="en-US" sz="2000">
              <a:latin typeface="Arial" panose="020B0604020202020204" pitchFamily="34" charset="0"/>
            </a:endParaRPr>
          </a:p>
        </p:txBody>
      </p:sp>
      <p:sp>
        <p:nvSpPr>
          <p:cNvPr id="86019" name="Rectangle 2">
            <a:extLst>
              <a:ext uri="{FF2B5EF4-FFF2-40B4-BE49-F238E27FC236}">
                <a16:creationId xmlns:a16="http://schemas.microsoft.com/office/drawing/2014/main" id="{C528D7F2-DA1C-C2F3-F07A-176F0AA9DE9B}"/>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6020" name="Rectangle 3">
            <a:extLst>
              <a:ext uri="{FF2B5EF4-FFF2-40B4-BE49-F238E27FC236}">
                <a16:creationId xmlns:a16="http://schemas.microsoft.com/office/drawing/2014/main" id="{FC7A57EF-A98D-A40E-7F60-316F5AF0113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nvGrpSpPr>
          <p:cNvPr id="97284" name="Group 4">
            <a:extLst>
              <a:ext uri="{FF2B5EF4-FFF2-40B4-BE49-F238E27FC236}">
                <a16:creationId xmlns:a16="http://schemas.microsoft.com/office/drawing/2014/main" id="{4346C942-9FFA-8048-7D70-ADBBF05CED40}"/>
              </a:ext>
            </a:extLst>
          </p:cNvPr>
          <p:cNvGrpSpPr>
            <a:grpSpLocks/>
          </p:cNvGrpSpPr>
          <p:nvPr/>
        </p:nvGrpSpPr>
        <p:grpSpPr bwMode="auto">
          <a:xfrm>
            <a:off x="490538" y="773113"/>
            <a:ext cx="738187" cy="474662"/>
            <a:chOff x="309" y="487"/>
            <a:chExt cx="465" cy="299"/>
          </a:xfrm>
        </p:grpSpPr>
        <p:sp>
          <p:nvSpPr>
            <p:cNvPr id="86029" name="Rectangle 5">
              <a:extLst>
                <a:ext uri="{FF2B5EF4-FFF2-40B4-BE49-F238E27FC236}">
                  <a16:creationId xmlns:a16="http://schemas.microsoft.com/office/drawing/2014/main" id="{854B60BF-D221-17BE-88C9-97AC8D5376FF}"/>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6030" name="Rectangle 6">
              <a:extLst>
                <a:ext uri="{FF2B5EF4-FFF2-40B4-BE49-F238E27FC236}">
                  <a16:creationId xmlns:a16="http://schemas.microsoft.com/office/drawing/2014/main" id="{9E8059AA-EE4C-82F5-9B66-6FC81406CCFC}"/>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grpSp>
      <p:sp>
        <p:nvSpPr>
          <p:cNvPr id="86022" name="Rectangle 7">
            <a:extLst>
              <a:ext uri="{FF2B5EF4-FFF2-40B4-BE49-F238E27FC236}">
                <a16:creationId xmlns:a16="http://schemas.microsoft.com/office/drawing/2014/main" id="{37C348E8-2C64-BC28-65A8-F4FC86831FE6}"/>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6023" name="Rectangle 8">
            <a:extLst>
              <a:ext uri="{FF2B5EF4-FFF2-40B4-BE49-F238E27FC236}">
                <a16:creationId xmlns:a16="http://schemas.microsoft.com/office/drawing/2014/main" id="{EEE597E4-E156-92F5-3250-0C10322E87EA}"/>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6024" name="Rectangle 9">
            <a:extLst>
              <a:ext uri="{FF2B5EF4-FFF2-40B4-BE49-F238E27FC236}">
                <a16:creationId xmlns:a16="http://schemas.microsoft.com/office/drawing/2014/main" id="{3CDB12E8-80D1-E97A-843F-4DCB0AEDA76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kumimoji="1" lang="en-US" sz="2400" b="0">
              <a:latin typeface="Tahoma" charset="0"/>
              <a:ea typeface="ＭＳ Ｐゴシック" charset="0"/>
            </a:endParaRPr>
          </a:p>
        </p:txBody>
      </p:sp>
      <p:sp>
        <p:nvSpPr>
          <p:cNvPr id="86025" name="Rectangle 10">
            <a:extLst>
              <a:ext uri="{FF2B5EF4-FFF2-40B4-BE49-F238E27FC236}">
                <a16:creationId xmlns:a16="http://schemas.microsoft.com/office/drawing/2014/main" id="{38A91404-FE8D-073A-96F6-945209BCA67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fo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86026" name="Text Box 12">
            <a:extLst>
              <a:ext uri="{FF2B5EF4-FFF2-40B4-BE49-F238E27FC236}">
                <a16:creationId xmlns:a16="http://schemas.microsoft.com/office/drawing/2014/main" id="{15E84D4E-03FF-993E-EAE9-EE2523F3984E}"/>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charset="0"/>
                <a:ea typeface="ＭＳ Ｐゴシック" charset="0"/>
              </a:defRPr>
            </a:lvl1pPr>
            <a:lvl2pPr marL="742950" indent="-285750">
              <a:defRPr b="1">
                <a:solidFill>
                  <a:schemeClr val="tx1"/>
                </a:solidFill>
                <a:latin typeface="Times New Roman" charset="0"/>
                <a:ea typeface="ＭＳ Ｐゴシック" charset="0"/>
              </a:defRPr>
            </a:lvl2pPr>
            <a:lvl3pPr marL="1143000" indent="-228600">
              <a:defRPr b="1">
                <a:solidFill>
                  <a:schemeClr val="tx1"/>
                </a:solidFill>
                <a:latin typeface="Times New Roman" charset="0"/>
                <a:ea typeface="ＭＳ Ｐゴシック" charset="0"/>
              </a:defRPr>
            </a:lvl3pPr>
            <a:lvl4pPr marL="1600200" indent="-228600">
              <a:defRPr b="1">
                <a:solidFill>
                  <a:schemeClr val="tx1"/>
                </a:solidFill>
                <a:latin typeface="Times New Roman" charset="0"/>
                <a:ea typeface="ＭＳ Ｐゴシック" charset="0"/>
              </a:defRPr>
            </a:lvl4pPr>
            <a:lvl5pPr marL="2057400" indent="-228600">
              <a:defRPr b="1">
                <a:solidFill>
                  <a:schemeClr val="tx1"/>
                </a:solidFill>
                <a:latin typeface="Times New Roman" charset="0"/>
                <a:ea typeface="ＭＳ Ｐゴシック" charset="0"/>
              </a:defRPr>
            </a:lvl5pPr>
            <a:lvl6pPr marL="2514600" indent="-228600" eaLnBrk="0" fontAlgn="base" hangingPunct="0">
              <a:spcBef>
                <a:spcPct val="0"/>
              </a:spcBef>
              <a:spcAft>
                <a:spcPct val="0"/>
              </a:spcAft>
              <a:defRPr b="1">
                <a:solidFill>
                  <a:schemeClr val="tx1"/>
                </a:solidFill>
                <a:latin typeface="Times New Roman" charset="0"/>
                <a:ea typeface="ＭＳ Ｐゴシック" charset="0"/>
              </a:defRPr>
            </a:lvl6pPr>
            <a:lvl7pPr marL="2971800" indent="-228600" eaLnBrk="0" fontAlgn="base" hangingPunct="0">
              <a:spcBef>
                <a:spcPct val="0"/>
              </a:spcBef>
              <a:spcAft>
                <a:spcPct val="0"/>
              </a:spcAft>
              <a:defRPr b="1">
                <a:solidFill>
                  <a:schemeClr val="tx1"/>
                </a:solidFill>
                <a:latin typeface="Times New Roman" charset="0"/>
                <a:ea typeface="ＭＳ Ｐゴシック" charset="0"/>
              </a:defRPr>
            </a:lvl7pPr>
            <a:lvl8pPr marL="3429000" indent="-228600" eaLnBrk="0" fontAlgn="base" hangingPunct="0">
              <a:spcBef>
                <a:spcPct val="0"/>
              </a:spcBef>
              <a:spcAft>
                <a:spcPct val="0"/>
              </a:spcAft>
              <a:defRPr b="1">
                <a:solidFill>
                  <a:schemeClr val="tx1"/>
                </a:solidFill>
                <a:latin typeface="Times New Roman" charset="0"/>
                <a:ea typeface="ＭＳ Ｐゴシック" charset="0"/>
              </a:defRPr>
            </a:lvl8pPr>
            <a:lvl9pPr marL="3886200" indent="-228600" eaLnBrk="0" fontAlgn="base" hangingPunct="0">
              <a:spcBef>
                <a:spcPct val="0"/>
              </a:spcBef>
              <a:spcAft>
                <a:spcPct val="0"/>
              </a:spcAft>
              <a:defRPr b="1">
                <a:solidFill>
                  <a:schemeClr val="tx1"/>
                </a:solidFill>
                <a:latin typeface="Times New Roman" charset="0"/>
                <a:ea typeface="ＭＳ Ｐゴシック" charset="0"/>
              </a:defRPr>
            </a:lvl9pPr>
          </a:lstStyle>
          <a:p>
            <a:pPr>
              <a:defRPr/>
            </a:pPr>
            <a:r>
              <a:rPr lang="en-US" sz="3200" i="1">
                <a:solidFill>
                  <a:schemeClr val="hlink"/>
                </a:solidFill>
              </a:rPr>
              <a:t>Example 2.5</a:t>
            </a:r>
          </a:p>
        </p:txBody>
      </p:sp>
      <p:sp>
        <p:nvSpPr>
          <p:cNvPr id="86027" name="Rectangle 13">
            <a:extLst>
              <a:ext uri="{FF2B5EF4-FFF2-40B4-BE49-F238E27FC236}">
                <a16:creationId xmlns:a16="http://schemas.microsoft.com/office/drawing/2014/main" id="{C0AAF783-408B-A250-27E6-619921D68131}"/>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defRPr/>
            </a:pPr>
            <a:r>
              <a:rPr lang="en-US" sz="2800" i="1">
                <a:latin typeface="Times New Roman" charset="0"/>
                <a:ea typeface="ＭＳ Ｐゴシック" charset="0"/>
              </a:rPr>
              <a:t>A port address is a 16-bit address represented by one decimal number as shown.</a:t>
            </a:r>
          </a:p>
        </p:txBody>
      </p:sp>
      <p:sp>
        <p:nvSpPr>
          <p:cNvPr id="86028" name="Rectangle 16">
            <a:extLst>
              <a:ext uri="{FF2B5EF4-FFF2-40B4-BE49-F238E27FC236}">
                <a16:creationId xmlns:a16="http://schemas.microsoft.com/office/drawing/2014/main" id="{D4717C74-7F81-8BA6-23BC-E39CE6BE2CD3}"/>
              </a:ext>
            </a:extLst>
          </p:cNvPr>
          <p:cNvSpPr>
            <a:spLocks noChangeArrowheads="1"/>
          </p:cNvSpPr>
          <p:nvPr/>
        </p:nvSpPr>
        <p:spPr bwMode="auto">
          <a:xfrm>
            <a:off x="304800" y="2819400"/>
            <a:ext cx="8382000" cy="19304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107763" dir="13500000" algn="ctr" rotWithShape="0">
                    <a:schemeClr val="bg2">
                      <a:alpha val="50000"/>
                    </a:schemeClr>
                  </a:outerShdw>
                </a:effectLst>
              </a14:hiddenEffects>
            </a:ext>
          </a:extLst>
        </p:spPr>
        <p:txBody>
          <a:bodyPr>
            <a:spAutoFit/>
          </a:bodyPr>
          <a:lstStyle/>
          <a:p>
            <a:pPr algn="ctr">
              <a:defRPr/>
            </a:pPr>
            <a:r>
              <a:rPr lang="en-US" sz="3200">
                <a:solidFill>
                  <a:schemeClr val="folHlink"/>
                </a:solidFill>
                <a:latin typeface="Times New Roman" charset="0"/>
                <a:ea typeface="ＭＳ Ｐゴシック" charset="0"/>
              </a:rPr>
              <a:t>753</a:t>
            </a:r>
            <a:br>
              <a:rPr lang="en-US" sz="3200">
                <a:solidFill>
                  <a:schemeClr val="folHlink"/>
                </a:solidFill>
                <a:latin typeface="Times New Roman" charset="0"/>
                <a:ea typeface="ＭＳ Ｐゴシック" charset="0"/>
              </a:rPr>
            </a:br>
            <a:endParaRPr lang="en-US" sz="3200">
              <a:solidFill>
                <a:schemeClr val="folHlink"/>
              </a:solidFill>
              <a:latin typeface="Times New Roman" charset="0"/>
              <a:ea typeface="ＭＳ Ｐゴシック" charset="0"/>
            </a:endParaRPr>
          </a:p>
          <a:p>
            <a:pPr algn="ctr">
              <a:defRPr/>
            </a:pPr>
            <a:r>
              <a:rPr lang="en-US" sz="2800">
                <a:latin typeface="Times New Roman" charset="0"/>
                <a:ea typeface="ＭＳ Ｐゴシック" charset="0"/>
              </a:rPr>
              <a:t>A 16-bit port address represented </a:t>
            </a:r>
            <a:br>
              <a:rPr lang="en-US" sz="2800">
                <a:latin typeface="Times New Roman" charset="0"/>
                <a:ea typeface="ＭＳ Ｐゴシック" charset="0"/>
              </a:rPr>
            </a:br>
            <a:r>
              <a:rPr lang="en-US" sz="2800">
                <a:latin typeface="Times New Roman" charset="0"/>
                <a:ea typeface="ＭＳ Ｐゴシック" charset="0"/>
              </a:rPr>
              <a:t>as one single number.</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New Roman"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2275</TotalTime>
  <Words>1030</Words>
  <Application>Microsoft Office PowerPoint</Application>
  <PresentationFormat>On-screen Show (4:3)</PresentationFormat>
  <Paragraphs>169</Paragraphs>
  <Slides>41</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Times New Roman</vt:lpstr>
      <vt:lpstr>MS PGothic</vt:lpstr>
      <vt:lpstr>Arial</vt:lpstr>
      <vt:lpstr>Tahoma</vt:lpstr>
      <vt:lpstr>Wingdings</vt:lpstr>
      <vt:lpstr>McGrawHill-Italic</vt:lpstr>
      <vt:lpstr>Times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Hemlata Parmar [MU - Jaipur]</cp:lastModifiedBy>
  <cp:revision>144</cp:revision>
  <dcterms:created xsi:type="dcterms:W3CDTF">2000-01-15T04:50:39Z</dcterms:created>
  <dcterms:modified xsi:type="dcterms:W3CDTF">2026-07-27T17:04:23Z</dcterms:modified>
</cp:coreProperties>
</file>