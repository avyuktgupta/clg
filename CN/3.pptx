
<file path=[Content_Types].xml><?xml version="1.0" encoding="utf-8"?>
<Types xmlns="http://schemas.openxmlformats.org/package/2006/content-types">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34"/>
  </p:notesMasterIdLst>
  <p:sldIdLst>
    <p:sldId id="807" r:id="rId2"/>
    <p:sldId id="808" r:id="rId3"/>
    <p:sldId id="809" r:id="rId4"/>
    <p:sldId id="624" r:id="rId5"/>
    <p:sldId id="810" r:id="rId6"/>
    <p:sldId id="811" r:id="rId7"/>
    <p:sldId id="625" r:id="rId8"/>
    <p:sldId id="812" r:id="rId9"/>
    <p:sldId id="626" r:id="rId10"/>
    <p:sldId id="662" r:id="rId11"/>
    <p:sldId id="627" r:id="rId12"/>
    <p:sldId id="685" r:id="rId13"/>
    <p:sldId id="744" r:id="rId14"/>
    <p:sldId id="746" r:id="rId15"/>
    <p:sldId id="663" r:id="rId16"/>
    <p:sldId id="664" r:id="rId17"/>
    <p:sldId id="665" r:id="rId18"/>
    <p:sldId id="628" r:id="rId19"/>
    <p:sldId id="747" r:id="rId20"/>
    <p:sldId id="630" r:id="rId21"/>
    <p:sldId id="748" r:id="rId22"/>
    <p:sldId id="631" r:id="rId23"/>
    <p:sldId id="837" r:id="rId24"/>
    <p:sldId id="633" r:id="rId25"/>
    <p:sldId id="634" r:id="rId26"/>
    <p:sldId id="670" r:id="rId27"/>
    <p:sldId id="635" r:id="rId28"/>
    <p:sldId id="751" r:id="rId29"/>
    <p:sldId id="838" r:id="rId30"/>
    <p:sldId id="804" r:id="rId31"/>
    <p:sldId id="753" r:id="rId32"/>
    <p:sldId id="806" r:id="rId33"/>
  </p:sldIdLst>
  <p:sldSz cx="9144000" cy="6858000" type="screen4x3"/>
  <p:notesSz cx="6858000" cy="9144000"/>
  <p:defaultTextStyle>
    <a:defPPr>
      <a:defRPr lang="en-US"/>
    </a:defPPr>
    <a:lvl1pPr algn="l" rtl="0" eaLnBrk="0" fontAlgn="base" hangingPunct="0">
      <a:spcBef>
        <a:spcPct val="0"/>
      </a:spcBef>
      <a:spcAft>
        <a:spcPct val="0"/>
      </a:spcAft>
      <a:defRPr sz="2800" b="1" i="1" kern="1200" baseline="-180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800" b="1" i="1" kern="1200" baseline="-180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800" b="1" i="1" kern="1200" baseline="-180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800" b="1" i="1" kern="1200" baseline="-180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800" b="1" i="1" kern="1200" baseline="-18000">
        <a:solidFill>
          <a:schemeClr val="tx1"/>
        </a:solidFill>
        <a:latin typeface="Times New Roman" panose="02020603050405020304" pitchFamily="18" charset="0"/>
        <a:ea typeface="+mn-ea"/>
        <a:cs typeface="+mn-cs"/>
      </a:defRPr>
    </a:lvl5pPr>
    <a:lvl6pPr marL="2286000" algn="l" defTabSz="914400" rtl="0" eaLnBrk="1" latinLnBrk="0" hangingPunct="1">
      <a:defRPr sz="2800" b="1" i="1" kern="1200" baseline="-18000">
        <a:solidFill>
          <a:schemeClr val="tx1"/>
        </a:solidFill>
        <a:latin typeface="Times New Roman" panose="02020603050405020304" pitchFamily="18" charset="0"/>
        <a:ea typeface="+mn-ea"/>
        <a:cs typeface="+mn-cs"/>
      </a:defRPr>
    </a:lvl6pPr>
    <a:lvl7pPr marL="2743200" algn="l" defTabSz="914400" rtl="0" eaLnBrk="1" latinLnBrk="0" hangingPunct="1">
      <a:defRPr sz="2800" b="1" i="1" kern="1200" baseline="-18000">
        <a:solidFill>
          <a:schemeClr val="tx1"/>
        </a:solidFill>
        <a:latin typeface="Times New Roman" panose="02020603050405020304" pitchFamily="18" charset="0"/>
        <a:ea typeface="+mn-ea"/>
        <a:cs typeface="+mn-cs"/>
      </a:defRPr>
    </a:lvl7pPr>
    <a:lvl8pPr marL="3200400" algn="l" defTabSz="914400" rtl="0" eaLnBrk="1" latinLnBrk="0" hangingPunct="1">
      <a:defRPr sz="2800" b="1" i="1" kern="1200" baseline="-18000">
        <a:solidFill>
          <a:schemeClr val="tx1"/>
        </a:solidFill>
        <a:latin typeface="Times New Roman" panose="02020603050405020304" pitchFamily="18" charset="0"/>
        <a:ea typeface="+mn-ea"/>
        <a:cs typeface="+mn-cs"/>
      </a:defRPr>
    </a:lvl8pPr>
    <a:lvl9pPr marL="3657600" algn="l" defTabSz="914400" rtl="0" eaLnBrk="1" latinLnBrk="0" hangingPunct="1">
      <a:defRPr sz="2800" b="1" i="1" kern="1200" baseline="-180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66"/>
    <a:srgbClr val="00CC00"/>
    <a:srgbClr val="996633"/>
    <a:srgbClr val="6666FF"/>
    <a:srgbClr val="3366FF"/>
    <a:srgbClr val="CCFF99"/>
    <a:srgbClr val="99FF33"/>
    <a:srgbClr val="99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80" autoAdjust="0"/>
  </p:normalViewPr>
  <p:slideViewPr>
    <p:cSldViewPr>
      <p:cViewPr varScale="1">
        <p:scale>
          <a:sx n="64" d="100"/>
          <a:sy n="64" d="100"/>
        </p:scale>
        <p:origin x="1364" y="3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54018" name="Rectangle 2">
            <a:extLst>
              <a:ext uri="{FF2B5EF4-FFF2-40B4-BE49-F238E27FC236}">
                <a16:creationId xmlns:a16="http://schemas.microsoft.com/office/drawing/2014/main" id="{07B758D6-92C5-DB23-63E6-79DBFB3F1268}"/>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b="0" i="0" baseline="0"/>
            </a:lvl1pPr>
          </a:lstStyle>
          <a:p>
            <a:pPr>
              <a:defRPr/>
            </a:pPr>
            <a:endParaRPr lang="en-US"/>
          </a:p>
        </p:txBody>
      </p:sp>
      <p:sp>
        <p:nvSpPr>
          <p:cNvPr id="854019" name="Rectangle 3">
            <a:extLst>
              <a:ext uri="{FF2B5EF4-FFF2-40B4-BE49-F238E27FC236}">
                <a16:creationId xmlns:a16="http://schemas.microsoft.com/office/drawing/2014/main" id="{AF36CC9A-5BC7-2250-285A-C7804E0DFDE4}"/>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i="0" baseline="0"/>
            </a:lvl1pPr>
          </a:lstStyle>
          <a:p>
            <a:pPr>
              <a:defRPr/>
            </a:pPr>
            <a:endParaRPr lang="en-US"/>
          </a:p>
        </p:txBody>
      </p:sp>
      <p:sp>
        <p:nvSpPr>
          <p:cNvPr id="3076" name="Rectangle 4">
            <a:extLst>
              <a:ext uri="{FF2B5EF4-FFF2-40B4-BE49-F238E27FC236}">
                <a16:creationId xmlns:a16="http://schemas.microsoft.com/office/drawing/2014/main" id="{FEB0AEA5-A485-9B4E-8273-FF7433D1D911}"/>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54021" name="Rectangle 5">
            <a:extLst>
              <a:ext uri="{FF2B5EF4-FFF2-40B4-BE49-F238E27FC236}">
                <a16:creationId xmlns:a16="http://schemas.microsoft.com/office/drawing/2014/main" id="{51BAD90F-405F-7C1D-EE67-DD8D0D2DB3AB}"/>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54022" name="Rectangle 6">
            <a:extLst>
              <a:ext uri="{FF2B5EF4-FFF2-40B4-BE49-F238E27FC236}">
                <a16:creationId xmlns:a16="http://schemas.microsoft.com/office/drawing/2014/main" id="{614F1DCF-1826-FE11-8E74-DD7A172151BC}"/>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b="0" i="0" baseline="0"/>
            </a:lvl1pPr>
          </a:lstStyle>
          <a:p>
            <a:pPr>
              <a:defRPr/>
            </a:pPr>
            <a:endParaRPr lang="en-US"/>
          </a:p>
        </p:txBody>
      </p:sp>
      <p:sp>
        <p:nvSpPr>
          <p:cNvPr id="854023" name="Rectangle 7">
            <a:extLst>
              <a:ext uri="{FF2B5EF4-FFF2-40B4-BE49-F238E27FC236}">
                <a16:creationId xmlns:a16="http://schemas.microsoft.com/office/drawing/2014/main" id="{A62DFA4B-D449-27D1-5E27-5F2F52F1E5E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i="0" baseline="0"/>
            </a:lvl1pPr>
          </a:lstStyle>
          <a:p>
            <a:pPr>
              <a:defRPr/>
            </a:pPr>
            <a:fld id="{F422FA50-D5CD-4D9D-B698-1B53B5ADD73E}"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BC6DF75E-1989-5B99-9ED7-47440536EBB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fld id="{9C4CB0A2-1279-433D-9478-50B3F4AECD23}" type="slidenum">
              <a:rPr lang="en-US" altLang="en-US" sz="1200" b="0" i="0" baseline="0" smtClean="0"/>
              <a:pPr/>
              <a:t>1</a:t>
            </a:fld>
            <a:endParaRPr lang="en-US" altLang="en-US" sz="1200" b="0" i="0" baseline="0"/>
          </a:p>
        </p:txBody>
      </p:sp>
      <p:sp>
        <p:nvSpPr>
          <p:cNvPr id="5123" name="Rectangle 2">
            <a:extLst>
              <a:ext uri="{FF2B5EF4-FFF2-40B4-BE49-F238E27FC236}">
                <a16:creationId xmlns:a16="http://schemas.microsoft.com/office/drawing/2014/main" id="{27AE7576-AD3A-BCDA-4FB0-57AD52127DD1}"/>
              </a:ext>
            </a:extLst>
          </p:cNvPr>
          <p:cNvSpPr>
            <a:spLocks noGrp="1" noRot="1" noChangeAspect="1" noChangeArrowheads="1" noTextEdit="1"/>
          </p:cNvSpPr>
          <p:nvPr>
            <p:ph type="sldImg"/>
          </p:nvPr>
        </p:nvSpPr>
        <p:spPr>
          <a:ln/>
        </p:spPr>
      </p:sp>
      <p:sp>
        <p:nvSpPr>
          <p:cNvPr id="5124" name="Rectangle 3">
            <a:extLst>
              <a:ext uri="{FF2B5EF4-FFF2-40B4-BE49-F238E27FC236}">
                <a16:creationId xmlns:a16="http://schemas.microsoft.com/office/drawing/2014/main" id="{7F41F585-3C6F-2729-84E0-1ED7E665FFA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a:extLst>
              <a:ext uri="{FF2B5EF4-FFF2-40B4-BE49-F238E27FC236}">
                <a16:creationId xmlns:a16="http://schemas.microsoft.com/office/drawing/2014/main" id="{FD23CD85-BF46-7E4D-30B3-6D4E8E50FDFE}"/>
              </a:ext>
            </a:extLst>
          </p:cNvPr>
          <p:cNvSpPr>
            <a:spLocks noGrp="1" noRot="1" noChangeAspect="1" noChangeArrowheads="1" noTextEdit="1"/>
          </p:cNvSpPr>
          <p:nvPr>
            <p:ph type="sldImg"/>
          </p:nvPr>
        </p:nvSpPr>
        <p:spPr>
          <a:ln/>
        </p:spPr>
      </p:sp>
      <p:sp>
        <p:nvSpPr>
          <p:cNvPr id="7171" name="Notes Placeholder 2">
            <a:extLst>
              <a:ext uri="{FF2B5EF4-FFF2-40B4-BE49-F238E27FC236}">
                <a16:creationId xmlns:a16="http://schemas.microsoft.com/office/drawing/2014/main" id="{9DFB4396-B2F2-209E-0036-F8277EE505F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7172" name="Slide Number Placeholder 3">
            <a:extLst>
              <a:ext uri="{FF2B5EF4-FFF2-40B4-BE49-F238E27FC236}">
                <a16:creationId xmlns:a16="http://schemas.microsoft.com/office/drawing/2014/main" id="{2D30EED3-2072-742B-5374-DAE53286446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fld id="{452EFADA-9DD7-4F14-B2FB-FE4163B133EA}" type="slidenum">
              <a:rPr lang="en-US" altLang="en-US" sz="1200" b="0" i="0" baseline="0" smtClean="0"/>
              <a:pPr/>
              <a:t>2</a:t>
            </a:fld>
            <a:endParaRPr lang="en-US" altLang="en-US" sz="1200" b="0" i="0" baseline="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77130578-B2D0-C903-6F1A-C7E351AC32AE}"/>
              </a:ext>
            </a:extLst>
          </p:cNvPr>
          <p:cNvSpPr>
            <a:spLocks noGrp="1" noRot="1" noChangeAspect="1" noChangeArrowheads="1" noTextEdit="1"/>
          </p:cNvSpPr>
          <p:nvPr>
            <p:ph type="sldImg"/>
          </p:nvPr>
        </p:nvSpPr>
        <p:spPr>
          <a:ln/>
        </p:spPr>
      </p:sp>
      <p:sp>
        <p:nvSpPr>
          <p:cNvPr id="9219" name="Notes Placeholder 2">
            <a:extLst>
              <a:ext uri="{FF2B5EF4-FFF2-40B4-BE49-F238E27FC236}">
                <a16:creationId xmlns:a16="http://schemas.microsoft.com/office/drawing/2014/main" id="{AB32545D-9075-78AE-FC7A-4EC50553B2C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9220" name="Slide Number Placeholder 3">
            <a:extLst>
              <a:ext uri="{FF2B5EF4-FFF2-40B4-BE49-F238E27FC236}">
                <a16:creationId xmlns:a16="http://schemas.microsoft.com/office/drawing/2014/main" id="{B9DA2EA8-3360-6363-FC36-3CBCF1A0F84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fld id="{FC699A92-3CA8-409B-B52C-28A8D9AB829C}" type="slidenum">
              <a:rPr lang="en-US" altLang="en-US" sz="1200" b="0" i="0" baseline="0" smtClean="0"/>
              <a:pPr/>
              <a:t>3</a:t>
            </a:fld>
            <a:endParaRPr lang="en-US" altLang="en-US" sz="1200" b="0" i="0" baseline="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3F07F7BA-D17C-8FDD-709B-C570E8E4DAE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fld id="{29A84A78-8FB2-49AE-A09E-4E0D21934754}" type="slidenum">
              <a:rPr lang="en-US" altLang="en-US" sz="1200" b="0" i="0" baseline="0" smtClean="0"/>
              <a:pPr/>
              <a:t>4</a:t>
            </a:fld>
            <a:endParaRPr lang="en-US" altLang="en-US" sz="1200" b="0" i="0" baseline="0"/>
          </a:p>
        </p:txBody>
      </p:sp>
      <p:sp>
        <p:nvSpPr>
          <p:cNvPr id="13315" name="Rectangle 2">
            <a:extLst>
              <a:ext uri="{FF2B5EF4-FFF2-40B4-BE49-F238E27FC236}">
                <a16:creationId xmlns:a16="http://schemas.microsoft.com/office/drawing/2014/main" id="{0DD15094-814B-2165-644F-9E4B03D471A2}"/>
              </a:ext>
            </a:extLst>
          </p:cNvPr>
          <p:cNvSpPr>
            <a:spLocks noGrp="1" noRot="1" noChangeAspect="1" noChangeArrowheads="1" noTextEdit="1"/>
          </p:cNvSpPr>
          <p:nvPr>
            <p:ph type="sldImg"/>
          </p:nvPr>
        </p:nvSpPr>
        <p:spPr>
          <a:ln/>
        </p:spPr>
      </p:sp>
      <p:sp>
        <p:nvSpPr>
          <p:cNvPr id="13316" name="Rectangle 3">
            <a:extLst>
              <a:ext uri="{FF2B5EF4-FFF2-40B4-BE49-F238E27FC236}">
                <a16:creationId xmlns:a16="http://schemas.microsoft.com/office/drawing/2014/main" id="{A0B019AA-6606-E8D3-1519-6BA55B123B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a:extLst>
              <a:ext uri="{FF2B5EF4-FFF2-40B4-BE49-F238E27FC236}">
                <a16:creationId xmlns:a16="http://schemas.microsoft.com/office/drawing/2014/main" id="{AF124D4A-5B86-9204-0101-1540733BCB8C}"/>
              </a:ext>
            </a:extLst>
          </p:cNvPr>
          <p:cNvSpPr>
            <a:spLocks noGrp="1" noRot="1" noChangeAspect="1" noChangeArrowheads="1" noTextEdit="1"/>
          </p:cNvSpPr>
          <p:nvPr>
            <p:ph type="sldImg"/>
          </p:nvPr>
        </p:nvSpPr>
        <p:spPr>
          <a:ln/>
        </p:spPr>
      </p:sp>
      <p:sp>
        <p:nvSpPr>
          <p:cNvPr id="15363" name="Notes Placeholder 2">
            <a:extLst>
              <a:ext uri="{FF2B5EF4-FFF2-40B4-BE49-F238E27FC236}">
                <a16:creationId xmlns:a16="http://schemas.microsoft.com/office/drawing/2014/main" id="{B4594121-5396-0BE7-7784-1A4FFDBAE1F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15364" name="Slide Number Placeholder 3">
            <a:extLst>
              <a:ext uri="{FF2B5EF4-FFF2-40B4-BE49-F238E27FC236}">
                <a16:creationId xmlns:a16="http://schemas.microsoft.com/office/drawing/2014/main" id="{98543422-F116-11B8-3E7E-015828DFA11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fld id="{6B2E8149-911B-4D00-A208-5DF37D3C1CF3}" type="slidenum">
              <a:rPr lang="en-US" altLang="en-US" sz="1200" b="0" i="0" baseline="0" smtClean="0"/>
              <a:pPr/>
              <a:t>5</a:t>
            </a:fld>
            <a:endParaRPr lang="en-US" altLang="en-US" sz="1200" b="0" i="0" baseline="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A83E1C8B-69C6-814C-7918-81BA628C186E}"/>
              </a:ext>
            </a:extLst>
          </p:cNvPr>
          <p:cNvSpPr>
            <a:spLocks noGrp="1" noRot="1" noChangeAspect="1" noChangeArrowheads="1" noTextEdit="1"/>
          </p:cNvSpPr>
          <p:nvPr>
            <p:ph type="sldImg"/>
          </p:nvPr>
        </p:nvSpPr>
        <p:spPr>
          <a:ln/>
        </p:spPr>
      </p:sp>
      <p:sp>
        <p:nvSpPr>
          <p:cNvPr id="17411" name="Notes Placeholder 2">
            <a:extLst>
              <a:ext uri="{FF2B5EF4-FFF2-40B4-BE49-F238E27FC236}">
                <a16:creationId xmlns:a16="http://schemas.microsoft.com/office/drawing/2014/main" id="{560917DD-E767-D4BB-5D6A-198E5B57668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17412" name="Slide Number Placeholder 3">
            <a:extLst>
              <a:ext uri="{FF2B5EF4-FFF2-40B4-BE49-F238E27FC236}">
                <a16:creationId xmlns:a16="http://schemas.microsoft.com/office/drawing/2014/main" id="{C40F3F61-8DD8-1B0E-F31F-09B9B223210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fld id="{4FDFC42E-C9AA-4C69-8641-296374C496AE}" type="slidenum">
              <a:rPr lang="en-US" altLang="en-US" sz="1200" b="0" i="0" baseline="0" smtClean="0"/>
              <a:pPr/>
              <a:t>6</a:t>
            </a:fld>
            <a:endParaRPr lang="en-US" altLang="en-US" sz="1200" b="0" i="0" baseline="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44B94DC1-B71C-3A5A-FBAA-4936B4FC2E2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fld id="{DB96F078-B6FB-46CF-ACC8-19FDC890FEEC}" type="slidenum">
              <a:rPr lang="en-US" altLang="en-US" sz="1200" b="0" i="0" baseline="0" smtClean="0"/>
              <a:pPr/>
              <a:t>7</a:t>
            </a:fld>
            <a:endParaRPr lang="en-US" altLang="en-US" sz="1200" b="0" i="0" baseline="0"/>
          </a:p>
        </p:txBody>
      </p:sp>
      <p:sp>
        <p:nvSpPr>
          <p:cNvPr id="19459" name="Rectangle 2">
            <a:extLst>
              <a:ext uri="{FF2B5EF4-FFF2-40B4-BE49-F238E27FC236}">
                <a16:creationId xmlns:a16="http://schemas.microsoft.com/office/drawing/2014/main" id="{F185E240-FB6A-AC32-E6D4-1FAB058B7FF6}"/>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E5CF5802-506D-E0BD-A099-C541F726A38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30C63677-454F-6F32-FF95-6254BDA4465D}"/>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D7D904BD-1F9E-198D-A31C-1C48E7568F6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21508" name="Slide Number Placeholder 3">
            <a:extLst>
              <a:ext uri="{FF2B5EF4-FFF2-40B4-BE49-F238E27FC236}">
                <a16:creationId xmlns:a16="http://schemas.microsoft.com/office/drawing/2014/main" id="{18AA8002-4D02-89C7-6526-FA7D75951B2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fld id="{575307B3-4A8C-40A2-BBB7-D33927B3D182}" type="slidenum">
              <a:rPr lang="en-US" altLang="en-US" sz="1200" b="0" i="0" baseline="0" smtClean="0"/>
              <a:pPr/>
              <a:t>8</a:t>
            </a:fld>
            <a:endParaRPr lang="en-US" altLang="en-US" sz="1200" b="0" i="0" baseline="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1394D199-5FDC-6865-C773-DE69CA4797B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fld id="{C111E91A-361B-4CCF-BA50-32E1FA9CF674}" type="slidenum">
              <a:rPr lang="en-US" altLang="en-US" sz="1200" b="0" i="0" baseline="0" smtClean="0"/>
              <a:pPr/>
              <a:t>9</a:t>
            </a:fld>
            <a:endParaRPr lang="en-US" altLang="en-US" sz="1200" b="0" i="0" baseline="0"/>
          </a:p>
        </p:txBody>
      </p:sp>
      <p:sp>
        <p:nvSpPr>
          <p:cNvPr id="23555" name="Rectangle 2">
            <a:extLst>
              <a:ext uri="{FF2B5EF4-FFF2-40B4-BE49-F238E27FC236}">
                <a16:creationId xmlns:a16="http://schemas.microsoft.com/office/drawing/2014/main" id="{D24D17D9-06A4-EB64-C7B7-7473EBFDC136}"/>
              </a:ext>
            </a:extLst>
          </p:cNvPr>
          <p:cNvSpPr>
            <a:spLocks noGrp="1" noRot="1" noChangeAspect="1" noChangeArrowheads="1" noTextEdit="1"/>
          </p:cNvSpPr>
          <p:nvPr>
            <p:ph type="sldImg"/>
          </p:nvPr>
        </p:nvSpPr>
        <p:spPr>
          <a:ln/>
        </p:spPr>
      </p:sp>
      <p:sp>
        <p:nvSpPr>
          <p:cNvPr id="23556" name="Rectangle 3">
            <a:extLst>
              <a:ext uri="{FF2B5EF4-FFF2-40B4-BE49-F238E27FC236}">
                <a16:creationId xmlns:a16="http://schemas.microsoft.com/office/drawing/2014/main" id="{549D23F6-6A05-705E-FC2F-CCBE7F9AEA7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19C25CE2-ED17-76A8-2DC9-7267097F930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fld id="{129D09F8-9DC4-4708-A640-CF77D7B6355D}" type="slidenum">
              <a:rPr lang="en-US" altLang="en-US" sz="1200" b="0" i="0" baseline="0" smtClean="0"/>
              <a:pPr/>
              <a:t>10</a:t>
            </a:fld>
            <a:endParaRPr lang="en-US" altLang="en-US" sz="1200" b="0" i="0" baseline="0"/>
          </a:p>
        </p:txBody>
      </p:sp>
      <p:sp>
        <p:nvSpPr>
          <p:cNvPr id="25603" name="Rectangle 2">
            <a:extLst>
              <a:ext uri="{FF2B5EF4-FFF2-40B4-BE49-F238E27FC236}">
                <a16:creationId xmlns:a16="http://schemas.microsoft.com/office/drawing/2014/main" id="{C75FB7CA-F8CB-D52B-0581-4D1E8F2EBCAD}"/>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id="{35630160-FA77-640C-2CD5-7B6C55D51EB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0ABCA309-61BC-09D7-96D1-F6E1ED62CEF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fld id="{AAEF1AC3-1A3B-4A0B-B8A2-4D4D71BED6AD}" type="slidenum">
              <a:rPr lang="en-US" altLang="en-US" sz="1200" b="0" i="0" baseline="0" smtClean="0"/>
              <a:pPr/>
              <a:t>11</a:t>
            </a:fld>
            <a:endParaRPr lang="en-US" altLang="en-US" sz="1200" b="0" i="0" baseline="0"/>
          </a:p>
        </p:txBody>
      </p:sp>
      <p:sp>
        <p:nvSpPr>
          <p:cNvPr id="27651" name="Rectangle 2">
            <a:extLst>
              <a:ext uri="{FF2B5EF4-FFF2-40B4-BE49-F238E27FC236}">
                <a16:creationId xmlns:a16="http://schemas.microsoft.com/office/drawing/2014/main" id="{D02BD4D0-AA7E-E9F3-4EF5-75874C24A0BC}"/>
              </a:ext>
            </a:extLst>
          </p:cNvPr>
          <p:cNvSpPr>
            <a:spLocks noGrp="1" noRot="1" noChangeAspect="1" noChangeArrowheads="1" noTextEdit="1"/>
          </p:cNvSpPr>
          <p:nvPr>
            <p:ph type="sldImg"/>
          </p:nvPr>
        </p:nvSpPr>
        <p:spPr>
          <a:ln/>
        </p:spPr>
      </p:sp>
      <p:sp>
        <p:nvSpPr>
          <p:cNvPr id="27652" name="Rectangle 3">
            <a:extLst>
              <a:ext uri="{FF2B5EF4-FFF2-40B4-BE49-F238E27FC236}">
                <a16:creationId xmlns:a16="http://schemas.microsoft.com/office/drawing/2014/main" id="{6F01DA45-1958-D886-6891-F1B6074CA8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434E2071-5955-8696-FC90-8D5AEB684CC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fld id="{A8C6235A-29F6-42F8-B556-CAC9A7B81662}" type="slidenum">
              <a:rPr lang="en-US" altLang="en-US" sz="1200" b="0" i="0" baseline="0" smtClean="0"/>
              <a:pPr/>
              <a:t>12</a:t>
            </a:fld>
            <a:endParaRPr lang="en-US" altLang="en-US" sz="1200" b="0" i="0" baseline="0"/>
          </a:p>
        </p:txBody>
      </p:sp>
      <p:sp>
        <p:nvSpPr>
          <p:cNvPr id="29699" name="Rectangle 2">
            <a:extLst>
              <a:ext uri="{FF2B5EF4-FFF2-40B4-BE49-F238E27FC236}">
                <a16:creationId xmlns:a16="http://schemas.microsoft.com/office/drawing/2014/main" id="{E4E0F999-808F-F29B-1164-748582F3479F}"/>
              </a:ext>
            </a:extLst>
          </p:cNvPr>
          <p:cNvSpPr>
            <a:spLocks noGrp="1" noRot="1" noChangeAspect="1" noChangeArrowheads="1" noTextEdit="1"/>
          </p:cNvSpPr>
          <p:nvPr>
            <p:ph type="sldImg"/>
          </p:nvPr>
        </p:nvSpPr>
        <p:spPr>
          <a:ln/>
        </p:spPr>
      </p:sp>
      <p:sp>
        <p:nvSpPr>
          <p:cNvPr id="29700" name="Rectangle 3">
            <a:extLst>
              <a:ext uri="{FF2B5EF4-FFF2-40B4-BE49-F238E27FC236}">
                <a16:creationId xmlns:a16="http://schemas.microsoft.com/office/drawing/2014/main" id="{6404BB54-6CA4-02AF-6F0C-3300CAC0437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4192D857-E7DB-EB5D-04C7-B403142BEE4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fld id="{802173EA-0E52-4040-BE8D-96A3C32B3E6F}" type="slidenum">
              <a:rPr lang="en-US" altLang="en-US" sz="1200" b="0" i="0" baseline="0" smtClean="0"/>
              <a:pPr/>
              <a:t>13</a:t>
            </a:fld>
            <a:endParaRPr lang="en-US" altLang="en-US" sz="1200" b="0" i="0" baseline="0"/>
          </a:p>
        </p:txBody>
      </p:sp>
      <p:sp>
        <p:nvSpPr>
          <p:cNvPr id="31747" name="Rectangle 2">
            <a:extLst>
              <a:ext uri="{FF2B5EF4-FFF2-40B4-BE49-F238E27FC236}">
                <a16:creationId xmlns:a16="http://schemas.microsoft.com/office/drawing/2014/main" id="{279D25EE-1C08-F6F6-3C0C-29FB500EC53B}"/>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EF883F9C-742E-D5F7-DBEB-C661D19579D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4697A3CC-69F9-86E7-3371-63CD828472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fld id="{614C4EAD-7E5C-4BE1-99E6-5FDBE0328851}" type="slidenum">
              <a:rPr lang="en-US" altLang="en-US" sz="1200" b="0" i="0" baseline="0" smtClean="0"/>
              <a:pPr/>
              <a:t>14</a:t>
            </a:fld>
            <a:endParaRPr lang="en-US" altLang="en-US" sz="1200" b="0" i="0" baseline="0"/>
          </a:p>
        </p:txBody>
      </p:sp>
      <p:sp>
        <p:nvSpPr>
          <p:cNvPr id="33795" name="Rectangle 2">
            <a:extLst>
              <a:ext uri="{FF2B5EF4-FFF2-40B4-BE49-F238E27FC236}">
                <a16:creationId xmlns:a16="http://schemas.microsoft.com/office/drawing/2014/main" id="{53BEE998-5400-82CF-E2D0-CD5E58E9C7E1}"/>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8010CF32-7697-0EEA-D173-8ED183BC2C2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115C08E4-A6DC-5F19-27C8-BF3F998C4C5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fld id="{D58076D6-1443-4EBE-A087-25D4BB54EE52}" type="slidenum">
              <a:rPr lang="en-US" altLang="en-US" sz="1200" b="0" i="0" baseline="0" smtClean="0"/>
              <a:pPr/>
              <a:t>15</a:t>
            </a:fld>
            <a:endParaRPr lang="en-US" altLang="en-US" sz="1200" b="0" i="0" baseline="0"/>
          </a:p>
        </p:txBody>
      </p:sp>
      <p:sp>
        <p:nvSpPr>
          <p:cNvPr id="35843" name="Rectangle 2">
            <a:extLst>
              <a:ext uri="{FF2B5EF4-FFF2-40B4-BE49-F238E27FC236}">
                <a16:creationId xmlns:a16="http://schemas.microsoft.com/office/drawing/2014/main" id="{B6290248-0184-DA37-D92B-0C73E0170F66}"/>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9E078688-A8E3-49E3-4D86-DB7AB6F58D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E786620D-D59C-1A7F-A25D-A701CBD4760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fld id="{59A2D0BF-AAA7-4540-A4AB-F8307DD55FC4}" type="slidenum">
              <a:rPr lang="en-US" altLang="en-US" sz="1200" b="0" i="0" baseline="0" smtClean="0"/>
              <a:pPr/>
              <a:t>16</a:t>
            </a:fld>
            <a:endParaRPr lang="en-US" altLang="en-US" sz="1200" b="0" i="0" baseline="0"/>
          </a:p>
        </p:txBody>
      </p:sp>
      <p:sp>
        <p:nvSpPr>
          <p:cNvPr id="37891" name="Rectangle 2">
            <a:extLst>
              <a:ext uri="{FF2B5EF4-FFF2-40B4-BE49-F238E27FC236}">
                <a16:creationId xmlns:a16="http://schemas.microsoft.com/office/drawing/2014/main" id="{FBF0C3C7-3555-645B-7AE8-97F5E9C24AAF}"/>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5FFF60D0-DE9C-48A1-8F19-0E249D187F0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7C81EA80-E53B-AF07-D90C-60BCFAC985F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fld id="{4C666F3E-A25D-4D08-96C6-C8E6BAA6FB2F}" type="slidenum">
              <a:rPr lang="en-US" altLang="en-US" sz="1200" b="0" i="0" baseline="0" smtClean="0"/>
              <a:pPr/>
              <a:t>17</a:t>
            </a:fld>
            <a:endParaRPr lang="en-US" altLang="en-US" sz="1200" b="0" i="0" baseline="0"/>
          </a:p>
        </p:txBody>
      </p:sp>
      <p:sp>
        <p:nvSpPr>
          <p:cNvPr id="39939" name="Rectangle 2">
            <a:extLst>
              <a:ext uri="{FF2B5EF4-FFF2-40B4-BE49-F238E27FC236}">
                <a16:creationId xmlns:a16="http://schemas.microsoft.com/office/drawing/2014/main" id="{97F78CC9-FECD-2D50-4A29-9B0992257951}"/>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65B4194E-3FF4-F3AD-DDE0-077190A8DF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21467FA7-AA76-5009-9BDD-7067081E196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fld id="{AFFD8518-31E0-4768-9A3B-792DA985941E}" type="slidenum">
              <a:rPr lang="en-US" altLang="en-US" sz="1200" b="0" i="0" baseline="0" smtClean="0"/>
              <a:pPr/>
              <a:t>18</a:t>
            </a:fld>
            <a:endParaRPr lang="en-US" altLang="en-US" sz="1200" b="0" i="0" baseline="0"/>
          </a:p>
        </p:txBody>
      </p:sp>
      <p:sp>
        <p:nvSpPr>
          <p:cNvPr id="41987" name="Rectangle 2">
            <a:extLst>
              <a:ext uri="{FF2B5EF4-FFF2-40B4-BE49-F238E27FC236}">
                <a16:creationId xmlns:a16="http://schemas.microsoft.com/office/drawing/2014/main" id="{AA84956B-7F09-772F-D56F-D34D7B20C934}"/>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0106CE66-BBD2-B828-F9E2-2A7B6D3793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C7C867A4-DE9C-16E6-6282-27EBEC4A2F1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fld id="{16AC0C2D-ECCD-4FE3-A84C-57C3CFC50B8C}" type="slidenum">
              <a:rPr lang="en-US" altLang="en-US" sz="1200" b="0" i="0" baseline="0" smtClean="0"/>
              <a:pPr/>
              <a:t>19</a:t>
            </a:fld>
            <a:endParaRPr lang="en-US" altLang="en-US" sz="1200" b="0" i="0" baseline="0"/>
          </a:p>
        </p:txBody>
      </p:sp>
      <p:sp>
        <p:nvSpPr>
          <p:cNvPr id="44035" name="Rectangle 2">
            <a:extLst>
              <a:ext uri="{FF2B5EF4-FFF2-40B4-BE49-F238E27FC236}">
                <a16:creationId xmlns:a16="http://schemas.microsoft.com/office/drawing/2014/main" id="{0197CADC-E12F-BCD8-A52C-E9F0CC632D9B}"/>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CB1552A3-9178-5BF0-8330-62B05896D1A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58EE651B-0028-364D-3168-97CA39C0D3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fld id="{955DE890-04BC-4A1A-9031-E7FC821E4EB3}" type="slidenum">
              <a:rPr lang="en-US" altLang="en-US" sz="1200" b="0" i="0" baseline="0" smtClean="0"/>
              <a:pPr/>
              <a:t>20</a:t>
            </a:fld>
            <a:endParaRPr lang="en-US" altLang="en-US" sz="1200" b="0" i="0" baseline="0"/>
          </a:p>
        </p:txBody>
      </p:sp>
      <p:sp>
        <p:nvSpPr>
          <p:cNvPr id="46083" name="Rectangle 2">
            <a:extLst>
              <a:ext uri="{FF2B5EF4-FFF2-40B4-BE49-F238E27FC236}">
                <a16:creationId xmlns:a16="http://schemas.microsoft.com/office/drawing/2014/main" id="{45EFF037-11C2-ABF2-4D64-458EC2BDDBC2}"/>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E4B86B49-C4C6-84BB-A1F6-609BF6FE6D3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D9E57FDD-772E-5BBA-E113-3E3F18DEA74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fld id="{76B7FC81-B05B-45B7-830C-71182AE783E3}" type="slidenum">
              <a:rPr lang="en-US" altLang="en-US" sz="1200" b="0" i="0" baseline="0" smtClean="0"/>
              <a:pPr/>
              <a:t>21</a:t>
            </a:fld>
            <a:endParaRPr lang="en-US" altLang="en-US" sz="1200" b="0" i="0" baseline="0"/>
          </a:p>
        </p:txBody>
      </p:sp>
      <p:sp>
        <p:nvSpPr>
          <p:cNvPr id="48131" name="Rectangle 2">
            <a:extLst>
              <a:ext uri="{FF2B5EF4-FFF2-40B4-BE49-F238E27FC236}">
                <a16:creationId xmlns:a16="http://schemas.microsoft.com/office/drawing/2014/main" id="{9BC02BF8-0A03-BB3F-ACA4-1E50C85AACBC}"/>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B3C6B071-01D6-5A5C-3B84-22A8ADB31D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F9D358A5-334B-0DB2-3D37-B0BD2EE516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fld id="{7C45144D-F69C-47BA-AAB1-F6F8092D08AB}" type="slidenum">
              <a:rPr lang="en-US" altLang="en-US" sz="1200" b="0" i="0" baseline="0" smtClean="0"/>
              <a:pPr/>
              <a:t>22</a:t>
            </a:fld>
            <a:endParaRPr lang="en-US" altLang="en-US" sz="1200" b="0" i="0" baseline="0"/>
          </a:p>
        </p:txBody>
      </p:sp>
      <p:sp>
        <p:nvSpPr>
          <p:cNvPr id="50179" name="Rectangle 2">
            <a:extLst>
              <a:ext uri="{FF2B5EF4-FFF2-40B4-BE49-F238E27FC236}">
                <a16:creationId xmlns:a16="http://schemas.microsoft.com/office/drawing/2014/main" id="{AE1DF92B-7465-FFEC-645A-EFF8CA3A4AE5}"/>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id="{9205A05D-E9C1-61BC-B2C2-6B8859726C0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11B03E68-6DA1-852A-F226-E438A548884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fld id="{5028ECC9-A926-49D9-8FBD-066D241E8CBD}" type="slidenum">
              <a:rPr lang="en-US" altLang="en-US" sz="1200" b="0" i="0" baseline="0" smtClean="0"/>
              <a:pPr/>
              <a:t>23</a:t>
            </a:fld>
            <a:endParaRPr lang="en-US" altLang="en-US" sz="1200" b="0" i="0" baseline="0"/>
          </a:p>
        </p:txBody>
      </p:sp>
      <p:sp>
        <p:nvSpPr>
          <p:cNvPr id="52227" name="Rectangle 2">
            <a:extLst>
              <a:ext uri="{FF2B5EF4-FFF2-40B4-BE49-F238E27FC236}">
                <a16:creationId xmlns:a16="http://schemas.microsoft.com/office/drawing/2014/main" id="{F4344D7B-C9C2-551D-58B4-C882F16DD577}"/>
              </a:ext>
            </a:extLst>
          </p:cNvPr>
          <p:cNvSpPr>
            <a:spLocks noGrp="1" noRot="1" noChangeAspect="1" noChangeArrowheads="1" noTextEdit="1"/>
          </p:cNvSpPr>
          <p:nvPr>
            <p:ph type="sldImg"/>
          </p:nvPr>
        </p:nvSpPr>
        <p:spPr>
          <a:ln/>
        </p:spPr>
      </p:sp>
      <p:sp>
        <p:nvSpPr>
          <p:cNvPr id="52228" name="Rectangle 3">
            <a:extLst>
              <a:ext uri="{FF2B5EF4-FFF2-40B4-BE49-F238E27FC236}">
                <a16:creationId xmlns:a16="http://schemas.microsoft.com/office/drawing/2014/main" id="{D6592AB3-2EA6-8F26-21AC-1D8296FFD02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FF2E1570-B3F6-129A-151D-4DD75209437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fld id="{0E2C9CE7-7B93-49FA-94BD-939F559115DE}" type="slidenum">
              <a:rPr lang="en-US" altLang="en-US" sz="1200" b="0" i="0" baseline="0" smtClean="0"/>
              <a:pPr/>
              <a:t>24</a:t>
            </a:fld>
            <a:endParaRPr lang="en-US" altLang="en-US" sz="1200" b="0" i="0" baseline="0"/>
          </a:p>
        </p:txBody>
      </p:sp>
      <p:sp>
        <p:nvSpPr>
          <p:cNvPr id="54275" name="Rectangle 2">
            <a:extLst>
              <a:ext uri="{FF2B5EF4-FFF2-40B4-BE49-F238E27FC236}">
                <a16:creationId xmlns:a16="http://schemas.microsoft.com/office/drawing/2014/main" id="{66454538-1D49-8A44-A144-EF1387E0168B}"/>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id="{0FED8352-F864-CC53-E48D-9C58ED65B02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A5D28FDB-7840-FB4D-DA21-A0980C1EBA2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fld id="{0788E28F-F1E6-411E-A368-68B281942097}" type="slidenum">
              <a:rPr lang="en-US" altLang="en-US" sz="1200" b="0" i="0" baseline="0" smtClean="0"/>
              <a:pPr/>
              <a:t>25</a:t>
            </a:fld>
            <a:endParaRPr lang="en-US" altLang="en-US" sz="1200" b="0" i="0" baseline="0"/>
          </a:p>
        </p:txBody>
      </p:sp>
      <p:sp>
        <p:nvSpPr>
          <p:cNvPr id="56323" name="Rectangle 2">
            <a:extLst>
              <a:ext uri="{FF2B5EF4-FFF2-40B4-BE49-F238E27FC236}">
                <a16:creationId xmlns:a16="http://schemas.microsoft.com/office/drawing/2014/main" id="{A6885EB8-2DC4-C921-3B27-6599865AD28E}"/>
              </a:ext>
            </a:extLst>
          </p:cNvPr>
          <p:cNvSpPr>
            <a:spLocks noGrp="1" noRot="1" noChangeAspect="1" noChangeArrowheads="1" noTextEdit="1"/>
          </p:cNvSpPr>
          <p:nvPr>
            <p:ph type="sldImg"/>
          </p:nvPr>
        </p:nvSpPr>
        <p:spPr>
          <a:ln/>
        </p:spPr>
      </p:sp>
      <p:sp>
        <p:nvSpPr>
          <p:cNvPr id="56324" name="Rectangle 3">
            <a:extLst>
              <a:ext uri="{FF2B5EF4-FFF2-40B4-BE49-F238E27FC236}">
                <a16:creationId xmlns:a16="http://schemas.microsoft.com/office/drawing/2014/main" id="{EF146083-1CD9-9B18-270E-2D65286C017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D292CEFC-BF87-D091-57BD-004AFBA886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fld id="{E3087AE4-E834-40E0-B521-4AC5E3DB5676}" type="slidenum">
              <a:rPr lang="en-US" altLang="en-US" sz="1200" b="0" i="0" baseline="0" smtClean="0"/>
              <a:pPr/>
              <a:t>26</a:t>
            </a:fld>
            <a:endParaRPr lang="en-US" altLang="en-US" sz="1200" b="0" i="0" baseline="0"/>
          </a:p>
        </p:txBody>
      </p:sp>
      <p:sp>
        <p:nvSpPr>
          <p:cNvPr id="58371" name="Rectangle 2">
            <a:extLst>
              <a:ext uri="{FF2B5EF4-FFF2-40B4-BE49-F238E27FC236}">
                <a16:creationId xmlns:a16="http://schemas.microsoft.com/office/drawing/2014/main" id="{04DB1CD4-0E5D-CC53-5788-E974B266EA81}"/>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id="{C9324C27-711D-D785-385A-A03084B32D8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5A9A88ED-D974-C484-E4BB-CD2B8EB01B0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fld id="{DC6D7B91-EAFB-4252-A3E2-6AA0A8599B06}" type="slidenum">
              <a:rPr lang="en-US" altLang="en-US" sz="1200" b="0" i="0" baseline="0" smtClean="0"/>
              <a:pPr/>
              <a:t>27</a:t>
            </a:fld>
            <a:endParaRPr lang="en-US" altLang="en-US" sz="1200" b="0" i="0" baseline="0"/>
          </a:p>
        </p:txBody>
      </p:sp>
      <p:sp>
        <p:nvSpPr>
          <p:cNvPr id="60419" name="Rectangle 2">
            <a:extLst>
              <a:ext uri="{FF2B5EF4-FFF2-40B4-BE49-F238E27FC236}">
                <a16:creationId xmlns:a16="http://schemas.microsoft.com/office/drawing/2014/main" id="{1A2D77BB-3415-E374-8C38-C01D0901CE52}"/>
              </a:ext>
            </a:extLst>
          </p:cNvPr>
          <p:cNvSpPr>
            <a:spLocks noGrp="1" noRot="1" noChangeAspect="1" noChangeArrowheads="1" noTextEdit="1"/>
          </p:cNvSpPr>
          <p:nvPr>
            <p:ph type="sldImg"/>
          </p:nvPr>
        </p:nvSpPr>
        <p:spPr>
          <a:ln/>
        </p:spPr>
      </p:sp>
      <p:sp>
        <p:nvSpPr>
          <p:cNvPr id="60420" name="Rectangle 3">
            <a:extLst>
              <a:ext uri="{FF2B5EF4-FFF2-40B4-BE49-F238E27FC236}">
                <a16:creationId xmlns:a16="http://schemas.microsoft.com/office/drawing/2014/main" id="{B06A14CB-04DB-08DA-D273-CCD95861A41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BF2C2519-87FA-7F91-E66D-8D5F8DBB811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fld id="{AE549D95-C2F2-4A8A-B5D9-CDA700E64300}" type="slidenum">
              <a:rPr lang="en-US" altLang="en-US" sz="1200" b="0" i="0" baseline="0" smtClean="0"/>
              <a:pPr/>
              <a:t>28</a:t>
            </a:fld>
            <a:endParaRPr lang="en-US" altLang="en-US" sz="1200" b="0" i="0" baseline="0"/>
          </a:p>
        </p:txBody>
      </p:sp>
      <p:sp>
        <p:nvSpPr>
          <p:cNvPr id="62467" name="Rectangle 2">
            <a:extLst>
              <a:ext uri="{FF2B5EF4-FFF2-40B4-BE49-F238E27FC236}">
                <a16:creationId xmlns:a16="http://schemas.microsoft.com/office/drawing/2014/main" id="{9CB2D0DB-39AB-073F-7A65-A903544B1345}"/>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8A82B8A1-F597-C84C-E0FE-39C85E5399D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61BFBCC3-ED3E-A09D-20D7-EC6E0BC25A0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fld id="{3F24A0A1-AA0D-42C3-8996-9C8CAC2D0682}" type="slidenum">
              <a:rPr lang="en-US" altLang="en-US" sz="1200" b="0" i="0" baseline="0" smtClean="0"/>
              <a:pPr/>
              <a:t>29</a:t>
            </a:fld>
            <a:endParaRPr lang="en-US" altLang="en-US" sz="1200" b="0" i="0" baseline="0"/>
          </a:p>
        </p:txBody>
      </p:sp>
      <p:sp>
        <p:nvSpPr>
          <p:cNvPr id="64515" name="Rectangle 2">
            <a:extLst>
              <a:ext uri="{FF2B5EF4-FFF2-40B4-BE49-F238E27FC236}">
                <a16:creationId xmlns:a16="http://schemas.microsoft.com/office/drawing/2014/main" id="{3FC06BDC-AF3E-92C9-81AA-E714A4251F4E}"/>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CE92C659-D67F-4F52-CB63-C79514915A7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B625E08B-119D-6CD6-DEF5-50AFF03BC7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fld id="{091C3339-A2D8-4725-98D7-C57ED0EE0E79}" type="slidenum">
              <a:rPr lang="en-US" altLang="en-US" sz="1200" b="0" i="0" baseline="0" smtClean="0"/>
              <a:pPr/>
              <a:t>30</a:t>
            </a:fld>
            <a:endParaRPr lang="en-US" altLang="en-US" sz="1200" b="0" i="0" baseline="0"/>
          </a:p>
        </p:txBody>
      </p:sp>
      <p:sp>
        <p:nvSpPr>
          <p:cNvPr id="66563" name="Rectangle 2">
            <a:extLst>
              <a:ext uri="{FF2B5EF4-FFF2-40B4-BE49-F238E27FC236}">
                <a16:creationId xmlns:a16="http://schemas.microsoft.com/office/drawing/2014/main" id="{9DF94E02-F5DA-75D8-93E4-A0793C15A9F3}"/>
              </a:ext>
            </a:extLst>
          </p:cNvPr>
          <p:cNvSpPr>
            <a:spLocks noGrp="1" noRot="1" noChangeAspect="1" noChangeArrowheads="1" noTextEdit="1"/>
          </p:cNvSpPr>
          <p:nvPr>
            <p:ph type="sldImg"/>
          </p:nvPr>
        </p:nvSpPr>
        <p:spPr>
          <a:ln/>
        </p:spPr>
      </p:sp>
      <p:sp>
        <p:nvSpPr>
          <p:cNvPr id="66564" name="Rectangle 3">
            <a:extLst>
              <a:ext uri="{FF2B5EF4-FFF2-40B4-BE49-F238E27FC236}">
                <a16:creationId xmlns:a16="http://schemas.microsoft.com/office/drawing/2014/main" id="{0B58E278-7F58-DEB5-640C-3A23CF7F9A2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97C898FC-6A42-861C-AF9D-F5A034788B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fld id="{30D3A665-CA86-4F46-9F13-0A3EE5D17C90}" type="slidenum">
              <a:rPr lang="en-US" altLang="en-US" sz="1200" b="0" i="0" baseline="0" smtClean="0"/>
              <a:pPr/>
              <a:t>31</a:t>
            </a:fld>
            <a:endParaRPr lang="en-US" altLang="en-US" sz="1200" b="0" i="0" baseline="0"/>
          </a:p>
        </p:txBody>
      </p:sp>
      <p:sp>
        <p:nvSpPr>
          <p:cNvPr id="68611" name="Rectangle 2">
            <a:extLst>
              <a:ext uri="{FF2B5EF4-FFF2-40B4-BE49-F238E27FC236}">
                <a16:creationId xmlns:a16="http://schemas.microsoft.com/office/drawing/2014/main" id="{BF712C0F-CC74-A35C-0B58-56FB163D750F}"/>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528E1962-7720-139C-8AC1-05D2C1F7B0C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C7710338-018B-FDD0-9FBC-0C8A468CB1C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fld id="{C0D63C1E-CD15-4905-AAA6-DD5CBC520F0A}" type="slidenum">
              <a:rPr lang="en-US" altLang="en-US" sz="1200" b="0" i="0" baseline="0" smtClean="0"/>
              <a:pPr/>
              <a:t>32</a:t>
            </a:fld>
            <a:endParaRPr lang="en-US" altLang="en-US" sz="1200" b="0" i="0" baseline="0"/>
          </a:p>
        </p:txBody>
      </p:sp>
      <p:sp>
        <p:nvSpPr>
          <p:cNvPr id="70659" name="Rectangle 2">
            <a:extLst>
              <a:ext uri="{FF2B5EF4-FFF2-40B4-BE49-F238E27FC236}">
                <a16:creationId xmlns:a16="http://schemas.microsoft.com/office/drawing/2014/main" id="{E1A7CCE8-7A8E-CA93-E054-91F8C33CB67A}"/>
              </a:ext>
            </a:extLst>
          </p:cNvPr>
          <p:cNvSpPr>
            <a:spLocks noGrp="1" noRot="1" noChangeAspect="1" noChangeArrowheads="1" noTextEdit="1"/>
          </p:cNvSpPr>
          <p:nvPr>
            <p:ph type="sldImg"/>
          </p:nvPr>
        </p:nvSpPr>
        <p:spPr>
          <a:ln/>
        </p:spPr>
      </p:sp>
      <p:sp>
        <p:nvSpPr>
          <p:cNvPr id="70660" name="Rectangle 3">
            <a:extLst>
              <a:ext uri="{FF2B5EF4-FFF2-40B4-BE49-F238E27FC236}">
                <a16:creationId xmlns:a16="http://schemas.microsoft.com/office/drawing/2014/main" id="{1F8AFA53-A27A-E3E4-B536-C8CD5D633BB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503E745A-521D-D229-3EC9-7DE5812E9C0F}"/>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3752AA29-41B8-B952-51EC-19394E881FFE}"/>
                </a:ext>
              </a:extLst>
            </p:cNvPr>
            <p:cNvGrpSpPr>
              <a:grpSpLocks/>
            </p:cNvGrpSpPr>
            <p:nvPr/>
          </p:nvGrpSpPr>
          <p:grpSpPr bwMode="auto">
            <a:xfrm>
              <a:off x="185" y="1604"/>
              <a:ext cx="449" cy="299"/>
              <a:chOff x="720" y="336"/>
              <a:chExt cx="624" cy="432"/>
            </a:xfrm>
          </p:grpSpPr>
          <p:sp>
            <p:nvSpPr>
              <p:cNvPr id="10" name="Rectangle 4">
                <a:extLst>
                  <a:ext uri="{FF2B5EF4-FFF2-40B4-BE49-F238E27FC236}">
                    <a16:creationId xmlns:a16="http://schemas.microsoft.com/office/drawing/2014/main" id="{DBF92737-1491-10CB-B6EF-A723649CA880}"/>
                  </a:ext>
                </a:extLst>
              </p:cNvPr>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defRPr/>
                </a:pPr>
                <a:endParaRPr lang="en-US" altLang="en-US"/>
              </a:p>
            </p:txBody>
          </p:sp>
          <p:sp>
            <p:nvSpPr>
              <p:cNvPr id="11" name="Rectangle 5">
                <a:extLst>
                  <a:ext uri="{FF2B5EF4-FFF2-40B4-BE49-F238E27FC236}">
                    <a16:creationId xmlns:a16="http://schemas.microsoft.com/office/drawing/2014/main" id="{E0437931-85E6-E838-05D4-FCF2696B7271}"/>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defRPr/>
                </a:pPr>
                <a:endParaRPr lang="en-US" altLang="en-US"/>
              </a:p>
            </p:txBody>
          </p:sp>
        </p:grpSp>
        <p:grpSp>
          <p:nvGrpSpPr>
            <p:cNvPr id="4" name="Group 6">
              <a:extLst>
                <a:ext uri="{FF2B5EF4-FFF2-40B4-BE49-F238E27FC236}">
                  <a16:creationId xmlns:a16="http://schemas.microsoft.com/office/drawing/2014/main" id="{A938A8B5-336F-9B67-3839-373AC426079C}"/>
                </a:ext>
              </a:extLst>
            </p:cNvPr>
            <p:cNvGrpSpPr>
              <a:grpSpLocks/>
            </p:cNvGrpSpPr>
            <p:nvPr/>
          </p:nvGrpSpPr>
          <p:grpSpPr bwMode="auto">
            <a:xfrm>
              <a:off x="263" y="1870"/>
              <a:ext cx="466" cy="299"/>
              <a:chOff x="912" y="2640"/>
              <a:chExt cx="672" cy="432"/>
            </a:xfrm>
          </p:grpSpPr>
          <p:sp>
            <p:nvSpPr>
              <p:cNvPr id="8" name="Rectangle 7">
                <a:extLst>
                  <a:ext uri="{FF2B5EF4-FFF2-40B4-BE49-F238E27FC236}">
                    <a16:creationId xmlns:a16="http://schemas.microsoft.com/office/drawing/2014/main" id="{3ACA8A45-4256-3DA2-6973-9FDE7BE39205}"/>
                  </a:ext>
                </a:extLst>
              </p:cNvPr>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defRPr/>
                </a:pPr>
                <a:endParaRPr lang="en-US" altLang="en-US"/>
              </a:p>
            </p:txBody>
          </p:sp>
          <p:sp>
            <p:nvSpPr>
              <p:cNvPr id="9" name="Rectangle 8">
                <a:extLst>
                  <a:ext uri="{FF2B5EF4-FFF2-40B4-BE49-F238E27FC236}">
                    <a16:creationId xmlns:a16="http://schemas.microsoft.com/office/drawing/2014/main" id="{39267BF5-A821-105A-4B8B-047E49A326EC}"/>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defRPr/>
                </a:pPr>
                <a:endParaRPr lang="en-US" altLang="en-US"/>
              </a:p>
            </p:txBody>
          </p:sp>
        </p:grpSp>
        <p:sp>
          <p:nvSpPr>
            <p:cNvPr id="5" name="Rectangle 9">
              <a:extLst>
                <a:ext uri="{FF2B5EF4-FFF2-40B4-BE49-F238E27FC236}">
                  <a16:creationId xmlns:a16="http://schemas.microsoft.com/office/drawing/2014/main" id="{E1B69833-42EB-117B-0DC5-627088D2B6A9}"/>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defRPr/>
              </a:pPr>
              <a:endParaRPr lang="en-US" altLang="en-US"/>
            </a:p>
          </p:txBody>
        </p:sp>
        <p:sp>
          <p:nvSpPr>
            <p:cNvPr id="6" name="Rectangle 10">
              <a:extLst>
                <a:ext uri="{FF2B5EF4-FFF2-40B4-BE49-F238E27FC236}">
                  <a16:creationId xmlns:a16="http://schemas.microsoft.com/office/drawing/2014/main" id="{BBA687AF-5BF1-3273-8D9A-726525BD5E5A}"/>
                </a:ext>
              </a:extLst>
            </p:cNvPr>
            <p:cNvSpPr>
              <a:spLocks noChangeArrowheads="1"/>
            </p:cNvSpPr>
            <p:nvPr/>
          </p:nvSpPr>
          <p:spPr bwMode="auto">
            <a:xfrm>
              <a:off x="400" y="1536"/>
              <a:ext cx="20" cy="663"/>
            </a:xfrm>
            <a:prstGeom prst="rect">
              <a:avLst/>
            </a:prstGeom>
            <a:solidFill>
              <a:schemeClr val="bg2"/>
            </a:solidFill>
            <a:ln>
              <a:noFill/>
            </a:ln>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defRPr/>
              </a:pPr>
              <a:endParaRPr lang="en-US" altLang="en-US"/>
            </a:p>
          </p:txBody>
        </p:sp>
        <p:sp>
          <p:nvSpPr>
            <p:cNvPr id="7" name="Rectangle 11">
              <a:extLst>
                <a:ext uri="{FF2B5EF4-FFF2-40B4-BE49-F238E27FC236}">
                  <a16:creationId xmlns:a16="http://schemas.microsoft.com/office/drawing/2014/main" id="{2E13FE83-3CAC-C444-CFB6-BE41D620BC92}"/>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defRPr/>
              </a:pPr>
              <a:endParaRPr lang="en-US" altLang="en-US"/>
            </a:p>
          </p:txBody>
        </p:sp>
      </p:grpSp>
      <p:sp>
        <p:nvSpPr>
          <p:cNvPr id="12" name="Text Box 17">
            <a:extLst>
              <a:ext uri="{FF2B5EF4-FFF2-40B4-BE49-F238E27FC236}">
                <a16:creationId xmlns:a16="http://schemas.microsoft.com/office/drawing/2014/main" id="{12D7869A-51A2-E627-D23D-C9BB747D3106}"/>
              </a:ext>
            </a:extLst>
          </p:cNvPr>
          <p:cNvSpPr txBox="1">
            <a:spLocks noChangeArrowheads="1"/>
          </p:cNvSpPr>
          <p:nvPr userDrawn="1"/>
        </p:nvSpPr>
        <p:spPr bwMode="auto">
          <a:xfrm>
            <a:off x="0" y="6553200"/>
            <a:ext cx="2209800" cy="304800"/>
          </a:xfrm>
          <a:prstGeom prst="rect">
            <a:avLst/>
          </a:prstGeom>
          <a:noFill/>
          <a:ln>
            <a:noFill/>
          </a:ln>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eaLnBrk="1" hangingPunct="1">
              <a:spcBef>
                <a:spcPct val="50000"/>
              </a:spcBef>
              <a:defRPr/>
            </a:pPr>
            <a:r>
              <a:rPr lang="en-US" altLang="en-US" sz="1400" b="0" i="0" baseline="0">
                <a:latin typeface="McGrawHill-Italic" pitchFamily="2" charset="0"/>
              </a:rPr>
              <a:t>McGraw-Hill</a:t>
            </a:r>
            <a:endParaRPr lang="en-US" altLang="en-US" sz="2400" b="0" i="0" baseline="0"/>
          </a:p>
        </p:txBody>
      </p:sp>
      <p:sp>
        <p:nvSpPr>
          <p:cNvPr id="13" name="Text Box 18">
            <a:extLst>
              <a:ext uri="{FF2B5EF4-FFF2-40B4-BE49-F238E27FC236}">
                <a16:creationId xmlns:a16="http://schemas.microsoft.com/office/drawing/2014/main" id="{DDFEDCF4-6035-9731-99E7-5469D5FC7DD1}"/>
              </a:ext>
            </a:extLst>
          </p:cNvPr>
          <p:cNvSpPr txBox="1">
            <a:spLocks noChangeArrowheads="1"/>
          </p:cNvSpPr>
          <p:nvPr userDrawn="1"/>
        </p:nvSpPr>
        <p:spPr bwMode="auto">
          <a:xfrm>
            <a:off x="4572000" y="6553200"/>
            <a:ext cx="4572000" cy="304800"/>
          </a:xfrm>
          <a:prstGeom prst="rect">
            <a:avLst/>
          </a:prstGeom>
          <a:noFill/>
          <a:ln>
            <a:noFill/>
          </a:ln>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r" eaLnBrk="1" hangingPunct="1">
              <a:spcBef>
                <a:spcPct val="50000"/>
              </a:spcBef>
              <a:buFontTx/>
              <a:buChar char="©"/>
              <a:defRPr/>
            </a:pPr>
            <a:r>
              <a:rPr lang="en-US" altLang="en-US" sz="1400" b="0" i="0" baseline="0">
                <a:latin typeface="McGrawHill-Italic" pitchFamily="2" charset="0"/>
              </a:rPr>
              <a:t>The McGraw-Hill Companies, Inc., 2000</a:t>
            </a:r>
            <a:endParaRPr lang="en-US" altLang="en-US" sz="2400" b="0" i="0" baseline="0"/>
          </a:p>
        </p:txBody>
      </p:sp>
      <p:sp>
        <p:nvSpPr>
          <p:cNvPr id="210956" name="Rectangle 12"/>
          <p:cNvSpPr>
            <a:spLocks noGrp="1" noChangeArrowheads="1"/>
          </p:cNvSpPr>
          <p:nvPr>
            <p:ph type="ctrTitle"/>
          </p:nvPr>
        </p:nvSpPr>
        <p:spPr bwMode="auto">
          <a:xfrm>
            <a:off x="990600" y="1676400"/>
            <a:ext cx="7772400" cy="1462088"/>
          </a:xfrm>
          <a:prstGeom prst="rect">
            <a:avLst/>
          </a:prstGeom>
          <a:noFill/>
          <a:ln>
            <a:miter lim="800000"/>
            <a:headEnd/>
            <a:tailEnd/>
          </a:ln>
        </p:spPr>
        <p:txBody>
          <a:bodyPr vert="horz" wrap="square" lIns="91440" tIns="45720" rIns="91440" bIns="45720" numCol="1" anchor="b" anchorCtr="0" compatLnSpc="1">
            <a:prstTxWarp prst="textNoShape">
              <a:avLst/>
            </a:prstTxWarp>
          </a:bodyPr>
          <a:lstStyle>
            <a:lvl1pPr>
              <a:defRPr/>
            </a:lvl1pPr>
          </a:lstStyle>
          <a:p>
            <a:r>
              <a:rPr lang="en-US"/>
              <a:t>Click to edit Master title style</a:t>
            </a:r>
          </a:p>
        </p:txBody>
      </p:sp>
      <p:sp>
        <p:nvSpPr>
          <p:cNvPr id="210957" name="Rectangle 13"/>
          <p:cNvSpPr>
            <a:spLocks noGrp="1" noChangeArrowheads="1"/>
          </p:cNvSpPr>
          <p:nvPr>
            <p:ph type="subTitle" idx="1"/>
          </p:nvPr>
        </p:nvSpPr>
        <p:spPr bwMode="auto">
          <a:xfrm>
            <a:off x="1371600" y="3886200"/>
            <a:ext cx="6400800" cy="1752600"/>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lvl1pPr marL="0" indent="0" algn="ctr">
              <a:buFont typeface="Wingdings" pitchFamily="2" charset="2"/>
              <a:buNone/>
              <a:defRPr/>
            </a:lvl1pPr>
          </a:lstStyle>
          <a:p>
            <a:r>
              <a:rPr lang="en-US"/>
              <a:t>Click to edit Master subtitle style</a:t>
            </a:r>
          </a:p>
        </p:txBody>
      </p:sp>
      <p:sp>
        <p:nvSpPr>
          <p:cNvPr id="14" name="Date Placeholder 15">
            <a:extLst>
              <a:ext uri="{FF2B5EF4-FFF2-40B4-BE49-F238E27FC236}">
                <a16:creationId xmlns:a16="http://schemas.microsoft.com/office/drawing/2014/main" id="{6C51C2FB-465E-3BE1-C09E-E7D32A3B1B63}"/>
              </a:ext>
            </a:extLst>
          </p:cNvPr>
          <p:cNvSpPr>
            <a:spLocks noGrp="1" noChangeArrowheads="1"/>
          </p:cNvSpPr>
          <p:nvPr>
            <p:ph type="dt" sz="half" idx="10"/>
          </p:nvPr>
        </p:nvSpPr>
        <p:spPr bwMode="auto">
          <a:xfrm>
            <a:off x="990600" y="6248400"/>
            <a:ext cx="1905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eaLnBrk="1" hangingPunct="1">
              <a:defRPr sz="1400" b="0" i="0" baseline="0">
                <a:solidFill>
                  <a:schemeClr val="bg2"/>
                </a:solidFill>
                <a:latin typeface="+mn-lt"/>
              </a:defRPr>
            </a:lvl1pPr>
          </a:lstStyle>
          <a:p>
            <a:pPr>
              <a:defRPr/>
            </a:pPr>
            <a:endParaRPr lang="en-US"/>
          </a:p>
        </p:txBody>
      </p:sp>
      <p:sp>
        <p:nvSpPr>
          <p:cNvPr id="15" name="Footer Placeholder 16">
            <a:extLst>
              <a:ext uri="{FF2B5EF4-FFF2-40B4-BE49-F238E27FC236}">
                <a16:creationId xmlns:a16="http://schemas.microsoft.com/office/drawing/2014/main" id="{D1269824-583A-0976-003A-CA7513858F88}"/>
              </a:ext>
            </a:extLst>
          </p:cNvPr>
          <p:cNvSpPr>
            <a:spLocks noGrp="1" noChangeArrowheads="1"/>
          </p:cNvSpPr>
          <p:nvPr>
            <p:ph type="ftr" sz="quarter" idx="11"/>
          </p:nvPr>
        </p:nvSpPr>
        <p:spPr bwMode="auto">
          <a:xfrm>
            <a:off x="3429000" y="6248400"/>
            <a:ext cx="2895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ctr" eaLnBrk="1" hangingPunct="1">
              <a:defRPr sz="1400" b="0" i="0" baseline="0">
                <a:solidFill>
                  <a:schemeClr val="bg2"/>
                </a:solidFill>
                <a:latin typeface="+mn-lt"/>
              </a:defRPr>
            </a:lvl1pPr>
          </a:lstStyle>
          <a:p>
            <a:pPr>
              <a:defRPr/>
            </a:pPr>
            <a:r>
              <a:rPr lang="en-US"/>
              <a:t>3.#</a:t>
            </a:r>
          </a:p>
        </p:txBody>
      </p:sp>
      <p:sp>
        <p:nvSpPr>
          <p:cNvPr id="16" name="Slide Number Placeholder 17">
            <a:extLst>
              <a:ext uri="{FF2B5EF4-FFF2-40B4-BE49-F238E27FC236}">
                <a16:creationId xmlns:a16="http://schemas.microsoft.com/office/drawing/2014/main" id="{74DBBA7A-2F56-C8A3-A21F-1184B1361289}"/>
              </a:ext>
            </a:extLst>
          </p:cNvPr>
          <p:cNvSpPr>
            <a:spLocks noGrp="1" noChangeArrowheads="1"/>
          </p:cNvSpPr>
          <p:nvPr>
            <p:ph type="sldNum" sz="quarter" idx="12"/>
          </p:nvPr>
        </p:nvSpPr>
        <p:spPr>
          <a:xfrm>
            <a:off x="6858000" y="6248400"/>
            <a:ext cx="1905000" cy="457200"/>
          </a:xfrm>
        </p:spPr>
        <p:txBody>
          <a:bodyPr/>
          <a:lstStyle>
            <a:lvl1pPr algn="r">
              <a:defRPr sz="1400" b="0">
                <a:solidFill>
                  <a:schemeClr val="bg2"/>
                </a:solidFill>
                <a:latin typeface="Tahoma" panose="020B0604030504040204" pitchFamily="34" charset="0"/>
              </a:defRPr>
            </a:lvl1pPr>
          </a:lstStyle>
          <a:p>
            <a:pPr>
              <a:defRPr/>
            </a:pPr>
            <a:fld id="{85BFCC81-F810-4DA1-9819-A117991543C1}" type="slidenum">
              <a:rPr lang="en-US" altLang="en-US"/>
              <a:pPr>
                <a:defRPr/>
              </a:pPr>
              <a:t>‹#›</a:t>
            </a:fld>
            <a:endParaRPr lang="en-US" altLang="en-US"/>
          </a:p>
        </p:txBody>
      </p:sp>
    </p:spTree>
    <p:extLst>
      <p:ext uri="{BB962C8B-B14F-4D97-AF65-F5344CB8AC3E}">
        <p14:creationId xmlns:p14="http://schemas.microsoft.com/office/powerpoint/2010/main" val="15468998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3">
            <a:extLst>
              <a:ext uri="{FF2B5EF4-FFF2-40B4-BE49-F238E27FC236}">
                <a16:creationId xmlns:a16="http://schemas.microsoft.com/office/drawing/2014/main" id="{ED606B8F-3009-A5A4-29EE-A961E8AD97A9}"/>
              </a:ext>
            </a:extLst>
          </p:cNvPr>
          <p:cNvSpPr>
            <a:spLocks noGrp="1" noChangeArrowheads="1"/>
          </p:cNvSpPr>
          <p:nvPr>
            <p:ph type="sldNum" sz="quarter" idx="10"/>
          </p:nvPr>
        </p:nvSpPr>
        <p:spPr>
          <a:ln/>
        </p:spPr>
        <p:txBody>
          <a:bodyPr/>
          <a:lstStyle>
            <a:lvl1pPr>
              <a:defRPr/>
            </a:lvl1pPr>
          </a:lstStyle>
          <a:p>
            <a:pPr>
              <a:defRPr/>
            </a:pPr>
            <a:r>
              <a:rPr lang="en-US" altLang="en-US"/>
              <a:t>3.</a:t>
            </a:r>
            <a:fld id="{73843309-33DA-4256-85C0-8CCEF3A3497D}" type="slidenum">
              <a:rPr lang="en-US" altLang="en-US" smtClean="0"/>
              <a:pPr>
                <a:defRPr/>
              </a:pPr>
              <a:t>‹#›</a:t>
            </a:fld>
            <a:endParaRPr lang="en-US" altLang="en-US"/>
          </a:p>
        </p:txBody>
      </p:sp>
    </p:spTree>
    <p:extLst>
      <p:ext uri="{BB962C8B-B14F-4D97-AF65-F5344CB8AC3E}">
        <p14:creationId xmlns:p14="http://schemas.microsoft.com/office/powerpoint/2010/main" val="278833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3">
            <a:extLst>
              <a:ext uri="{FF2B5EF4-FFF2-40B4-BE49-F238E27FC236}">
                <a16:creationId xmlns:a16="http://schemas.microsoft.com/office/drawing/2014/main" id="{6CEDE8AD-AA1D-545A-3AC4-328B2F3C5DFB}"/>
              </a:ext>
            </a:extLst>
          </p:cNvPr>
          <p:cNvSpPr>
            <a:spLocks noGrp="1" noChangeArrowheads="1"/>
          </p:cNvSpPr>
          <p:nvPr>
            <p:ph type="sldNum" sz="quarter" idx="10"/>
          </p:nvPr>
        </p:nvSpPr>
        <p:spPr>
          <a:ln/>
        </p:spPr>
        <p:txBody>
          <a:bodyPr/>
          <a:lstStyle>
            <a:lvl1pPr>
              <a:defRPr/>
            </a:lvl1pPr>
          </a:lstStyle>
          <a:p>
            <a:pPr>
              <a:defRPr/>
            </a:pPr>
            <a:r>
              <a:rPr lang="en-US" altLang="en-US"/>
              <a:t>3.</a:t>
            </a:r>
            <a:fld id="{ED8C2FE1-FC86-49A8-B426-82F212D2A3AD}" type="slidenum">
              <a:rPr lang="en-US" altLang="en-US" smtClean="0"/>
              <a:pPr>
                <a:defRPr/>
              </a:pPr>
              <a:t>‹#›</a:t>
            </a:fld>
            <a:endParaRPr lang="en-US" altLang="en-US"/>
          </a:p>
        </p:txBody>
      </p:sp>
    </p:spTree>
    <p:extLst>
      <p:ext uri="{BB962C8B-B14F-4D97-AF65-F5344CB8AC3E}">
        <p14:creationId xmlns:p14="http://schemas.microsoft.com/office/powerpoint/2010/main" val="6858409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3">
            <a:extLst>
              <a:ext uri="{FF2B5EF4-FFF2-40B4-BE49-F238E27FC236}">
                <a16:creationId xmlns:a16="http://schemas.microsoft.com/office/drawing/2014/main" id="{9291471B-DC93-015E-87A5-5F4F9BC831AC}"/>
              </a:ext>
            </a:extLst>
          </p:cNvPr>
          <p:cNvSpPr>
            <a:spLocks noGrp="1" noChangeArrowheads="1"/>
          </p:cNvSpPr>
          <p:nvPr>
            <p:ph type="sldNum" sz="quarter" idx="10"/>
          </p:nvPr>
        </p:nvSpPr>
        <p:spPr>
          <a:ln/>
        </p:spPr>
        <p:txBody>
          <a:bodyPr/>
          <a:lstStyle>
            <a:lvl1pPr>
              <a:defRPr/>
            </a:lvl1pPr>
          </a:lstStyle>
          <a:p>
            <a:pPr>
              <a:defRPr/>
            </a:pPr>
            <a:r>
              <a:rPr lang="en-US" altLang="en-US"/>
              <a:t>3.</a:t>
            </a:r>
            <a:fld id="{0BE78BDD-052F-425C-BD79-46CA5456F2E2}" type="slidenum">
              <a:rPr lang="en-US" altLang="en-US" smtClean="0"/>
              <a:pPr>
                <a:defRPr/>
              </a:pPr>
              <a:t>‹#›</a:t>
            </a:fld>
            <a:endParaRPr lang="en-US" altLang="en-US"/>
          </a:p>
        </p:txBody>
      </p:sp>
    </p:spTree>
    <p:extLst>
      <p:ext uri="{BB962C8B-B14F-4D97-AF65-F5344CB8AC3E}">
        <p14:creationId xmlns:p14="http://schemas.microsoft.com/office/powerpoint/2010/main" val="24179067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3">
            <a:extLst>
              <a:ext uri="{FF2B5EF4-FFF2-40B4-BE49-F238E27FC236}">
                <a16:creationId xmlns:a16="http://schemas.microsoft.com/office/drawing/2014/main" id="{575AF46B-E7A7-79D1-9AC7-92F00CB6DE4F}"/>
              </a:ext>
            </a:extLst>
          </p:cNvPr>
          <p:cNvSpPr>
            <a:spLocks noGrp="1" noChangeArrowheads="1"/>
          </p:cNvSpPr>
          <p:nvPr>
            <p:ph type="sldNum" sz="quarter" idx="10"/>
          </p:nvPr>
        </p:nvSpPr>
        <p:spPr>
          <a:ln/>
        </p:spPr>
        <p:txBody>
          <a:bodyPr/>
          <a:lstStyle>
            <a:lvl1pPr>
              <a:defRPr/>
            </a:lvl1pPr>
          </a:lstStyle>
          <a:p>
            <a:pPr>
              <a:defRPr/>
            </a:pPr>
            <a:r>
              <a:rPr lang="en-US" altLang="en-US"/>
              <a:t>3.</a:t>
            </a:r>
            <a:fld id="{77E2B0ED-F4FB-4D33-A747-AE51E7EAED4D}" type="slidenum">
              <a:rPr lang="en-US" altLang="en-US" smtClean="0"/>
              <a:pPr>
                <a:defRPr/>
              </a:pPr>
              <a:t>‹#›</a:t>
            </a:fld>
            <a:endParaRPr lang="en-US" altLang="en-US"/>
          </a:p>
        </p:txBody>
      </p:sp>
    </p:spTree>
    <p:extLst>
      <p:ext uri="{BB962C8B-B14F-4D97-AF65-F5344CB8AC3E}">
        <p14:creationId xmlns:p14="http://schemas.microsoft.com/office/powerpoint/2010/main" val="1917499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Rectangle 13">
            <a:extLst>
              <a:ext uri="{FF2B5EF4-FFF2-40B4-BE49-F238E27FC236}">
                <a16:creationId xmlns:a16="http://schemas.microsoft.com/office/drawing/2014/main" id="{578E91F3-6B6E-7391-B238-4866DAB0915B}"/>
              </a:ext>
            </a:extLst>
          </p:cNvPr>
          <p:cNvSpPr>
            <a:spLocks noGrp="1" noChangeArrowheads="1"/>
          </p:cNvSpPr>
          <p:nvPr>
            <p:ph type="sldNum" sz="quarter" idx="10"/>
          </p:nvPr>
        </p:nvSpPr>
        <p:spPr>
          <a:ln/>
        </p:spPr>
        <p:txBody>
          <a:bodyPr/>
          <a:lstStyle>
            <a:lvl1pPr>
              <a:defRPr/>
            </a:lvl1pPr>
          </a:lstStyle>
          <a:p>
            <a:pPr>
              <a:defRPr/>
            </a:pPr>
            <a:r>
              <a:rPr lang="en-US" altLang="en-US"/>
              <a:t>3.</a:t>
            </a:r>
            <a:fld id="{4BE5A277-A262-41B4-B5C0-1BFE93B0D5E5}" type="slidenum">
              <a:rPr lang="en-US" altLang="en-US" smtClean="0"/>
              <a:pPr>
                <a:defRPr/>
              </a:pPr>
              <a:t>‹#›</a:t>
            </a:fld>
            <a:endParaRPr lang="en-US" altLang="en-US"/>
          </a:p>
        </p:txBody>
      </p:sp>
    </p:spTree>
    <p:extLst>
      <p:ext uri="{BB962C8B-B14F-4D97-AF65-F5344CB8AC3E}">
        <p14:creationId xmlns:p14="http://schemas.microsoft.com/office/powerpoint/2010/main" val="34901721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3">
            <a:extLst>
              <a:ext uri="{FF2B5EF4-FFF2-40B4-BE49-F238E27FC236}">
                <a16:creationId xmlns:a16="http://schemas.microsoft.com/office/drawing/2014/main" id="{5E66F20E-6BCE-474A-4841-C8FE49F60DE3}"/>
              </a:ext>
            </a:extLst>
          </p:cNvPr>
          <p:cNvSpPr>
            <a:spLocks noGrp="1" noChangeArrowheads="1"/>
          </p:cNvSpPr>
          <p:nvPr>
            <p:ph type="sldNum" sz="quarter" idx="10"/>
          </p:nvPr>
        </p:nvSpPr>
        <p:spPr>
          <a:ln/>
        </p:spPr>
        <p:txBody>
          <a:bodyPr/>
          <a:lstStyle>
            <a:lvl1pPr>
              <a:defRPr/>
            </a:lvl1pPr>
          </a:lstStyle>
          <a:p>
            <a:pPr>
              <a:defRPr/>
            </a:pPr>
            <a:r>
              <a:rPr lang="en-US" altLang="en-US"/>
              <a:t>3.</a:t>
            </a:r>
            <a:fld id="{7D08D3D0-9AD7-401E-BF51-FF94965220A6}" type="slidenum">
              <a:rPr lang="en-US" altLang="en-US" smtClean="0"/>
              <a:pPr>
                <a:defRPr/>
              </a:pPr>
              <a:t>‹#›</a:t>
            </a:fld>
            <a:endParaRPr lang="en-US" altLang="en-US"/>
          </a:p>
        </p:txBody>
      </p:sp>
    </p:spTree>
    <p:extLst>
      <p:ext uri="{BB962C8B-B14F-4D97-AF65-F5344CB8AC3E}">
        <p14:creationId xmlns:p14="http://schemas.microsoft.com/office/powerpoint/2010/main" val="27740457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3">
            <a:extLst>
              <a:ext uri="{FF2B5EF4-FFF2-40B4-BE49-F238E27FC236}">
                <a16:creationId xmlns:a16="http://schemas.microsoft.com/office/drawing/2014/main" id="{B5EC4C06-5B0F-313B-8FC5-9E0C06ADFABD}"/>
              </a:ext>
            </a:extLst>
          </p:cNvPr>
          <p:cNvSpPr>
            <a:spLocks noGrp="1" noChangeArrowheads="1"/>
          </p:cNvSpPr>
          <p:nvPr>
            <p:ph type="sldNum" sz="quarter" idx="10"/>
          </p:nvPr>
        </p:nvSpPr>
        <p:spPr>
          <a:ln/>
        </p:spPr>
        <p:txBody>
          <a:bodyPr/>
          <a:lstStyle>
            <a:lvl1pPr>
              <a:defRPr/>
            </a:lvl1pPr>
          </a:lstStyle>
          <a:p>
            <a:pPr>
              <a:defRPr/>
            </a:pPr>
            <a:r>
              <a:rPr lang="en-US" altLang="en-US"/>
              <a:t>3.</a:t>
            </a:r>
            <a:fld id="{7B25AF2D-F82A-461F-A28F-D7EC70AED1E3}" type="slidenum">
              <a:rPr lang="en-US" altLang="en-US" smtClean="0"/>
              <a:pPr>
                <a:defRPr/>
              </a:pPr>
              <a:t>‹#›</a:t>
            </a:fld>
            <a:endParaRPr lang="en-US" altLang="en-US"/>
          </a:p>
        </p:txBody>
      </p:sp>
    </p:spTree>
    <p:extLst>
      <p:ext uri="{BB962C8B-B14F-4D97-AF65-F5344CB8AC3E}">
        <p14:creationId xmlns:p14="http://schemas.microsoft.com/office/powerpoint/2010/main" val="16335841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3">
            <a:extLst>
              <a:ext uri="{FF2B5EF4-FFF2-40B4-BE49-F238E27FC236}">
                <a16:creationId xmlns:a16="http://schemas.microsoft.com/office/drawing/2014/main" id="{1BC36309-72AE-CFD8-7C7C-9E66787407C3}"/>
              </a:ext>
            </a:extLst>
          </p:cNvPr>
          <p:cNvSpPr>
            <a:spLocks noGrp="1" noChangeArrowheads="1"/>
          </p:cNvSpPr>
          <p:nvPr>
            <p:ph type="sldNum" sz="quarter" idx="10"/>
          </p:nvPr>
        </p:nvSpPr>
        <p:spPr>
          <a:ln/>
        </p:spPr>
        <p:txBody>
          <a:bodyPr/>
          <a:lstStyle>
            <a:lvl1pPr>
              <a:defRPr/>
            </a:lvl1pPr>
          </a:lstStyle>
          <a:p>
            <a:pPr>
              <a:defRPr/>
            </a:pPr>
            <a:r>
              <a:rPr lang="en-US" altLang="en-US"/>
              <a:t>3.</a:t>
            </a:r>
            <a:fld id="{A53A0417-5AEE-4BB2-8724-FFCDFE383DFA}" type="slidenum">
              <a:rPr lang="en-US" altLang="en-US" smtClean="0"/>
              <a:pPr>
                <a:defRPr/>
              </a:pPr>
              <a:t>‹#›</a:t>
            </a:fld>
            <a:endParaRPr lang="en-US" altLang="en-US"/>
          </a:p>
        </p:txBody>
      </p:sp>
    </p:spTree>
    <p:extLst>
      <p:ext uri="{BB962C8B-B14F-4D97-AF65-F5344CB8AC3E}">
        <p14:creationId xmlns:p14="http://schemas.microsoft.com/office/powerpoint/2010/main" val="718993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3">
            <a:extLst>
              <a:ext uri="{FF2B5EF4-FFF2-40B4-BE49-F238E27FC236}">
                <a16:creationId xmlns:a16="http://schemas.microsoft.com/office/drawing/2014/main" id="{DB7B0107-4FDC-5911-C4C2-04D4624FA9C6}"/>
              </a:ext>
            </a:extLst>
          </p:cNvPr>
          <p:cNvSpPr>
            <a:spLocks noGrp="1" noChangeArrowheads="1"/>
          </p:cNvSpPr>
          <p:nvPr>
            <p:ph type="sldNum" sz="quarter" idx="10"/>
          </p:nvPr>
        </p:nvSpPr>
        <p:spPr>
          <a:ln/>
        </p:spPr>
        <p:txBody>
          <a:bodyPr/>
          <a:lstStyle>
            <a:lvl1pPr>
              <a:defRPr/>
            </a:lvl1pPr>
          </a:lstStyle>
          <a:p>
            <a:pPr>
              <a:defRPr/>
            </a:pPr>
            <a:r>
              <a:rPr lang="en-US" altLang="en-US"/>
              <a:t>3.</a:t>
            </a:r>
            <a:fld id="{03C0A4CB-C489-4968-B048-6EA8CD6EC61A}" type="slidenum">
              <a:rPr lang="en-US" altLang="en-US" smtClean="0"/>
              <a:pPr>
                <a:defRPr/>
              </a:pPr>
              <a:t>‹#›</a:t>
            </a:fld>
            <a:endParaRPr lang="en-US" altLang="en-US"/>
          </a:p>
        </p:txBody>
      </p:sp>
    </p:spTree>
    <p:extLst>
      <p:ext uri="{BB962C8B-B14F-4D97-AF65-F5344CB8AC3E}">
        <p14:creationId xmlns:p14="http://schemas.microsoft.com/office/powerpoint/2010/main" val="25919029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3">
            <a:extLst>
              <a:ext uri="{FF2B5EF4-FFF2-40B4-BE49-F238E27FC236}">
                <a16:creationId xmlns:a16="http://schemas.microsoft.com/office/drawing/2014/main" id="{C4DBB2E8-1F0E-B642-DE52-7D1F9FF39F09}"/>
              </a:ext>
            </a:extLst>
          </p:cNvPr>
          <p:cNvSpPr>
            <a:spLocks noGrp="1" noChangeArrowheads="1"/>
          </p:cNvSpPr>
          <p:nvPr>
            <p:ph type="sldNum" sz="quarter" idx="10"/>
          </p:nvPr>
        </p:nvSpPr>
        <p:spPr>
          <a:ln/>
        </p:spPr>
        <p:txBody>
          <a:bodyPr/>
          <a:lstStyle>
            <a:lvl1pPr>
              <a:defRPr/>
            </a:lvl1pPr>
          </a:lstStyle>
          <a:p>
            <a:pPr>
              <a:defRPr/>
            </a:pPr>
            <a:r>
              <a:rPr lang="en-US" altLang="en-US"/>
              <a:t>3.</a:t>
            </a:r>
            <a:fld id="{C5A4331E-E3FB-4985-B14B-83FE0B4443F7}" type="slidenum">
              <a:rPr lang="en-US" altLang="en-US" smtClean="0"/>
              <a:pPr>
                <a:defRPr/>
              </a:pPr>
              <a:t>‹#›</a:t>
            </a:fld>
            <a:endParaRPr lang="en-US" altLang="en-US"/>
          </a:p>
        </p:txBody>
      </p:sp>
    </p:spTree>
    <p:extLst>
      <p:ext uri="{BB962C8B-B14F-4D97-AF65-F5344CB8AC3E}">
        <p14:creationId xmlns:p14="http://schemas.microsoft.com/office/powerpoint/2010/main" val="17562926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515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13">
            <a:extLst>
              <a:ext uri="{FF2B5EF4-FFF2-40B4-BE49-F238E27FC236}">
                <a16:creationId xmlns:a16="http://schemas.microsoft.com/office/drawing/2014/main" id="{B8286A6D-F913-EDF3-FFC2-4D63B495E189}"/>
              </a:ext>
            </a:extLst>
          </p:cNvPr>
          <p:cNvSpPr>
            <a:spLocks noGrp="1" noChangeArrowheads="1"/>
          </p:cNvSpPr>
          <p:nvPr>
            <p:ph type="sldNum" sz="quarter" idx="10"/>
          </p:nvPr>
        </p:nvSpPr>
        <p:spPr>
          <a:ln/>
        </p:spPr>
        <p:txBody>
          <a:bodyPr/>
          <a:lstStyle>
            <a:lvl1pPr>
              <a:defRPr/>
            </a:lvl1pPr>
          </a:lstStyle>
          <a:p>
            <a:pPr>
              <a:defRPr/>
            </a:pPr>
            <a:r>
              <a:rPr lang="en-US" altLang="en-US"/>
              <a:t>3.</a:t>
            </a:r>
            <a:fld id="{79D4D206-DE64-43F2-9C06-458E35BE946F}" type="slidenum">
              <a:rPr lang="en-US" altLang="en-US" smtClean="0"/>
              <a:pPr>
                <a:defRPr/>
              </a:pPr>
              <a:t>‹#›</a:t>
            </a:fld>
            <a:endParaRPr lang="en-US" altLang="en-US"/>
          </a:p>
        </p:txBody>
      </p:sp>
    </p:spTree>
    <p:extLst>
      <p:ext uri="{BB962C8B-B14F-4D97-AF65-F5344CB8AC3E}">
        <p14:creationId xmlns:p14="http://schemas.microsoft.com/office/powerpoint/2010/main" val="33411342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33" name="Rectangle 13">
            <a:extLst>
              <a:ext uri="{FF2B5EF4-FFF2-40B4-BE49-F238E27FC236}">
                <a16:creationId xmlns:a16="http://schemas.microsoft.com/office/drawing/2014/main" id="{C0DE9544-877F-ED15-F7AE-573837649CC1}"/>
              </a:ext>
            </a:extLst>
          </p:cNvPr>
          <p:cNvSpPr>
            <a:spLocks noGrp="1" noChangeArrowheads="1"/>
          </p:cNvSpPr>
          <p:nvPr>
            <p:ph type="sldNum" sz="quarter" idx="4"/>
          </p:nvPr>
        </p:nvSpPr>
        <p:spPr bwMode="auto">
          <a:xfrm>
            <a:off x="0" y="64008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2000" i="0" baseline="0">
                <a:latin typeface="Arial" panose="020B0604020202020204" pitchFamily="34" charset="0"/>
              </a:defRPr>
            </a:lvl1pPr>
          </a:lstStyle>
          <a:p>
            <a:pPr>
              <a:defRPr/>
            </a:pPr>
            <a:r>
              <a:rPr lang="en-US" altLang="en-US"/>
              <a:t>3.</a:t>
            </a:r>
            <a:fld id="{DF11D2E9-63EF-4316-95C4-05F543A737DA}" type="slidenum">
              <a:rPr lang="en-US" altLang="en-US" smtClean="0"/>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997" r:id="rId1"/>
    <p:sldLayoutId id="2147483986" r:id="rId2"/>
    <p:sldLayoutId id="2147483987" r:id="rId3"/>
    <p:sldLayoutId id="2147483988" r:id="rId4"/>
    <p:sldLayoutId id="2147483989" r:id="rId5"/>
    <p:sldLayoutId id="2147483990" r:id="rId6"/>
    <p:sldLayoutId id="2147483991" r:id="rId7"/>
    <p:sldLayoutId id="2147483992" r:id="rId8"/>
    <p:sldLayoutId id="2147483993" r:id="rId9"/>
    <p:sldLayoutId id="2147483994" r:id="rId10"/>
    <p:sldLayoutId id="2147483995" r:id="rId11"/>
    <p:sldLayoutId id="2147483996" r:id="rId12"/>
  </p:sldLayoutIdLst>
  <p:hf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
            <a:extLst>
              <a:ext uri="{FF2B5EF4-FFF2-40B4-BE49-F238E27FC236}">
                <a16:creationId xmlns:a16="http://schemas.microsoft.com/office/drawing/2014/main" id="{C17CBDCF-48A8-C7C2-A90D-41A09A9569F9}"/>
              </a:ext>
            </a:extLst>
          </p:cNvPr>
          <p:cNvSpPr>
            <a:spLocks noChangeArrowheads="1"/>
          </p:cNvSpPr>
          <p:nvPr/>
        </p:nvSpPr>
        <p:spPr bwMode="auto">
          <a:xfrm>
            <a:off x="1143000" y="1676400"/>
            <a:ext cx="68580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a:endParaRPr lang="en-US" altLang="en-US" sz="4400" i="0" baseline="0">
              <a:solidFill>
                <a:schemeClr val="tx2"/>
              </a:solidFill>
              <a:latin typeface="Arial" panose="020B0604020202020204" pitchFamily="34" charset="0"/>
            </a:endParaRPr>
          </a:p>
          <a:p>
            <a:pPr algn="ctr"/>
            <a:endParaRPr lang="en-US" altLang="en-US" sz="2000" i="0" baseline="0">
              <a:solidFill>
                <a:schemeClr val="tx2"/>
              </a:solidFill>
              <a:latin typeface="Arial" panose="020B0604020202020204" pitchFamily="34" charset="0"/>
            </a:endParaRPr>
          </a:p>
          <a:p>
            <a:pPr algn="ctr"/>
            <a:r>
              <a:rPr lang="en-US" altLang="en-US" sz="4400" i="0" baseline="0">
                <a:latin typeface="Arial" panose="020B0604020202020204" pitchFamily="34" charset="0"/>
              </a:rPr>
              <a:t>Data and Signals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
            <a:extLst>
              <a:ext uri="{FF2B5EF4-FFF2-40B4-BE49-F238E27FC236}">
                <a16:creationId xmlns:a16="http://schemas.microsoft.com/office/drawing/2014/main" id="{7C16EBC1-7039-9411-A870-2D8C390F692C}"/>
              </a:ext>
            </a:extLst>
          </p:cNvPr>
          <p:cNvSpPr>
            <a:spLocks noGrp="1" noChangeArrowheads="1"/>
          </p:cNvSpPr>
          <p:nvPr>
            <p:ph idx="1"/>
          </p:nvPr>
        </p:nvSpPr>
        <p:spPr bwMode="auto">
          <a:xfrm>
            <a:off x="304801" y="1752600"/>
            <a:ext cx="8709024" cy="4343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90000"/>
              </a:lnSpc>
            </a:pPr>
            <a:r>
              <a:rPr lang="en-US" altLang="en-US" sz="2800" dirty="0"/>
              <a:t>Data are entities that convey meaning (computer file, music on CD, results from a blood gas analysis machine)</a:t>
            </a:r>
          </a:p>
          <a:p>
            <a:pPr eaLnBrk="1" hangingPunct="1">
              <a:lnSpc>
                <a:spcPct val="90000"/>
              </a:lnSpc>
            </a:pPr>
            <a:r>
              <a:rPr lang="en-US" altLang="en-US" sz="2800" dirty="0"/>
              <a:t>Signals are the </a:t>
            </a:r>
            <a:r>
              <a:rPr lang="en-US" altLang="en-US" sz="2800" b="1" dirty="0"/>
              <a:t>electric or electromagnetic </a:t>
            </a:r>
            <a:r>
              <a:rPr lang="en-US" altLang="en-US" sz="2800" dirty="0"/>
              <a:t>encoding of data (telephone conversation)</a:t>
            </a:r>
          </a:p>
          <a:p>
            <a:pPr marL="0" indent="0" eaLnBrk="1" hangingPunct="1">
              <a:lnSpc>
                <a:spcPct val="90000"/>
              </a:lnSpc>
              <a:buNone/>
            </a:pPr>
            <a:endParaRPr lang="en-US" altLang="en-US" sz="2800" dirty="0"/>
          </a:p>
          <a:p>
            <a:pPr eaLnBrk="1" hangingPunct="1">
              <a:lnSpc>
                <a:spcPct val="90000"/>
              </a:lnSpc>
            </a:pPr>
            <a:r>
              <a:rPr lang="en-US" altLang="en-US" sz="2800" dirty="0"/>
              <a:t>Computer networks and data/voice communication systems transmit signals</a:t>
            </a:r>
          </a:p>
        </p:txBody>
      </p:sp>
      <p:sp>
        <p:nvSpPr>
          <p:cNvPr id="6147" name="Slide Number Placeholder 5">
            <a:extLst>
              <a:ext uri="{FF2B5EF4-FFF2-40B4-BE49-F238E27FC236}">
                <a16:creationId xmlns:a16="http://schemas.microsoft.com/office/drawing/2014/main" id="{7A511546-8934-A0C5-D629-929EA4714AC5}"/>
              </a:ext>
            </a:extLst>
          </p:cNvPr>
          <p:cNvSpPr>
            <a:spLocks noGrp="1"/>
          </p:cNvSpPr>
          <p:nvPr>
            <p:ph type="sldNum" sz="quarter" idx="10"/>
          </p:nvPr>
        </p:nvSpPr>
        <p:spPr>
          <a:xfrm>
            <a:off x="8647113" y="6408738"/>
            <a:ext cx="366712"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fld id="{21E1A324-8096-4DFA-9DDA-3653FB5CE1C7}" type="slidenum">
              <a:rPr lang="en-US" altLang="en-US" sz="2000" i="0" baseline="0" smtClean="0">
                <a:latin typeface="Arial" panose="020B0604020202020204" pitchFamily="34" charset="0"/>
              </a:rPr>
              <a:pPr/>
              <a:t>2</a:t>
            </a:fld>
            <a:endParaRPr lang="en-US" altLang="en-US" sz="2000" i="0" baseline="0">
              <a:latin typeface="Arial" panose="020B0604020202020204" pitchFamily="34" charset="0"/>
            </a:endParaRPr>
          </a:p>
        </p:txBody>
      </p:sp>
      <p:sp>
        <p:nvSpPr>
          <p:cNvPr id="6148" name="Rectangle 2">
            <a:extLst>
              <a:ext uri="{FF2B5EF4-FFF2-40B4-BE49-F238E27FC236}">
                <a16:creationId xmlns:a16="http://schemas.microsoft.com/office/drawing/2014/main" id="{9973B295-0506-5F32-E569-A0B38AA453C7}"/>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a:t>Data and Signals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3">
            <a:extLst>
              <a:ext uri="{FF2B5EF4-FFF2-40B4-BE49-F238E27FC236}">
                <a16:creationId xmlns:a16="http://schemas.microsoft.com/office/drawing/2014/main" id="{90B528D3-C283-86C8-628E-7C90AAE28E46}"/>
              </a:ext>
            </a:extLst>
          </p:cNvPr>
          <p:cNvSpPr>
            <a:spLocks noGrp="1" noChangeArrowheads="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sz="2800"/>
              <a:t>Signals can be interpreted as either analog or digital</a:t>
            </a:r>
          </a:p>
          <a:p>
            <a:pPr eaLnBrk="1" hangingPunct="1"/>
            <a:r>
              <a:rPr lang="en-US" altLang="en-US" sz="2800"/>
              <a:t>In reality, all signals are analog</a:t>
            </a:r>
          </a:p>
          <a:p>
            <a:pPr eaLnBrk="1" hangingPunct="1"/>
            <a:r>
              <a:rPr lang="en-US" altLang="en-US" sz="2800"/>
              <a:t>Analog signals are continuous, non-discrete</a:t>
            </a:r>
          </a:p>
          <a:p>
            <a:pPr eaLnBrk="1" hangingPunct="1"/>
            <a:r>
              <a:rPr lang="en-US" altLang="en-US" sz="2800"/>
              <a:t>Digital signals are non-continuous, discrete</a:t>
            </a:r>
          </a:p>
          <a:p>
            <a:pPr eaLnBrk="1" hangingPunct="1"/>
            <a:r>
              <a:rPr lang="en-US" altLang="en-US" sz="2800"/>
              <a:t>Digital signals lend themselves more nicely to noise reduction techniques</a:t>
            </a:r>
          </a:p>
        </p:txBody>
      </p:sp>
      <p:sp>
        <p:nvSpPr>
          <p:cNvPr id="8195" name="Slide Number Placeholder 5">
            <a:extLst>
              <a:ext uri="{FF2B5EF4-FFF2-40B4-BE49-F238E27FC236}">
                <a16:creationId xmlns:a16="http://schemas.microsoft.com/office/drawing/2014/main" id="{B947348F-3514-2E01-5359-14593AACFEBD}"/>
              </a:ext>
            </a:extLst>
          </p:cNvPr>
          <p:cNvSpPr>
            <a:spLocks noGrp="1"/>
          </p:cNvSpPr>
          <p:nvPr>
            <p:ph type="sldNum" sz="quarter" idx="10"/>
          </p:nvPr>
        </p:nvSpPr>
        <p:spPr>
          <a:xfrm>
            <a:off x="8647113" y="6408738"/>
            <a:ext cx="366712"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fld id="{D1C7872E-ACBD-4437-A7F0-9AECB2455159}" type="slidenum">
              <a:rPr lang="en-US" altLang="en-US" sz="2000" i="0" baseline="0" smtClean="0">
                <a:latin typeface="Arial" panose="020B0604020202020204" pitchFamily="34" charset="0"/>
              </a:rPr>
              <a:pPr/>
              <a:t>3</a:t>
            </a:fld>
            <a:endParaRPr lang="en-US" altLang="en-US" sz="2000" i="0" baseline="0">
              <a:latin typeface="Arial" panose="020B0604020202020204" pitchFamily="34" charset="0"/>
            </a:endParaRPr>
          </a:p>
        </p:txBody>
      </p:sp>
      <p:sp>
        <p:nvSpPr>
          <p:cNvPr id="8196" name="Rectangle 2">
            <a:extLst>
              <a:ext uri="{FF2B5EF4-FFF2-40B4-BE49-F238E27FC236}">
                <a16:creationId xmlns:a16="http://schemas.microsoft.com/office/drawing/2014/main" id="{03154042-0147-3918-C824-E842F94D5588}"/>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a:t>Analog vs. Digital Signals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1">
            <a:extLst>
              <a:ext uri="{FF2B5EF4-FFF2-40B4-BE49-F238E27FC236}">
                <a16:creationId xmlns:a16="http://schemas.microsoft.com/office/drawing/2014/main" id="{C5AB1850-1B26-B7D0-9BDB-432B545D00D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sz="2000" i="0" baseline="0">
                <a:latin typeface="Arial" panose="020B0604020202020204" pitchFamily="34" charset="0"/>
              </a:rPr>
              <a:t>3.</a:t>
            </a:r>
            <a:fld id="{B268B6A7-4CA7-45E0-99DF-8A9F971ECF8D}" type="slidenum">
              <a:rPr lang="en-US" altLang="en-US" sz="2000" i="0" baseline="0" smtClean="0">
                <a:latin typeface="Arial" panose="020B0604020202020204" pitchFamily="34" charset="0"/>
              </a:rPr>
              <a:pPr/>
              <a:t>4</a:t>
            </a:fld>
            <a:endParaRPr lang="en-US" altLang="en-US" sz="2000" i="0" baseline="0">
              <a:latin typeface="Arial" panose="020B0604020202020204" pitchFamily="34" charset="0"/>
            </a:endParaRPr>
          </a:p>
        </p:txBody>
      </p:sp>
      <p:sp>
        <p:nvSpPr>
          <p:cNvPr id="12291" name="Line 2">
            <a:extLst>
              <a:ext uri="{FF2B5EF4-FFF2-40B4-BE49-F238E27FC236}">
                <a16:creationId xmlns:a16="http://schemas.microsoft.com/office/drawing/2014/main" id="{586BD1F4-C626-BC66-7C54-FA9E099A0545}"/>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2292" name="Line 3">
            <a:extLst>
              <a:ext uri="{FF2B5EF4-FFF2-40B4-BE49-F238E27FC236}">
                <a16:creationId xmlns:a16="http://schemas.microsoft.com/office/drawing/2014/main" id="{CDE527A3-8F85-335B-114F-59A0CBC3B70D}"/>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2293" name="Text Box 4">
            <a:extLst>
              <a:ext uri="{FF2B5EF4-FFF2-40B4-BE49-F238E27FC236}">
                <a16:creationId xmlns:a16="http://schemas.microsoft.com/office/drawing/2014/main" id="{1F72EC83-8FBE-82C0-7F57-D55BB5A8CB76}"/>
              </a:ext>
            </a:extLst>
          </p:cNvPr>
          <p:cNvSpPr txBox="1">
            <a:spLocks noChangeArrowheads="1"/>
          </p:cNvSpPr>
          <p:nvPr/>
        </p:nvSpPr>
        <p:spPr bwMode="auto">
          <a:xfrm>
            <a:off x="304800" y="762000"/>
            <a:ext cx="5973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sz="2400" i="0" baseline="0">
                <a:solidFill>
                  <a:schemeClr val="folHlink"/>
                </a:solidFill>
              </a:rPr>
              <a:t>Figure 3.1  </a:t>
            </a:r>
            <a:r>
              <a:rPr lang="en-US" altLang="en-US" sz="2000" baseline="0"/>
              <a:t>Comparison of analog and digital signals</a:t>
            </a:r>
          </a:p>
        </p:txBody>
      </p:sp>
      <p:sp>
        <p:nvSpPr>
          <p:cNvPr id="12294" name="Line 5">
            <a:extLst>
              <a:ext uri="{FF2B5EF4-FFF2-40B4-BE49-F238E27FC236}">
                <a16:creationId xmlns:a16="http://schemas.microsoft.com/office/drawing/2014/main" id="{FEF9E928-A0D7-A380-8327-6275017D1C94}"/>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pic>
        <p:nvPicPr>
          <p:cNvPr id="12295" name="Picture 6">
            <a:extLst>
              <a:ext uri="{FF2B5EF4-FFF2-40B4-BE49-F238E27FC236}">
                <a16:creationId xmlns:a16="http://schemas.microsoft.com/office/drawing/2014/main" id="{6C603541-6B89-5FB0-313C-2C05C1AE07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950" y="2389188"/>
            <a:ext cx="8528050" cy="286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a:extLst>
              <a:ext uri="{FF2B5EF4-FFF2-40B4-BE49-F238E27FC236}">
                <a16:creationId xmlns:a16="http://schemas.microsoft.com/office/drawing/2014/main" id="{F6C9C32B-07F1-EBDC-A606-AEE374BC41C4}"/>
              </a:ext>
            </a:extLst>
          </p:cNvPr>
          <p:cNvSpPr>
            <a:spLocks noGrp="1" noChangeArrowheads="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sz="2800">
                <a:latin typeface="Arial" panose="020B0604020202020204" pitchFamily="34" charset="0"/>
                <a:cs typeface="Arial" panose="020B0604020202020204" pitchFamily="34" charset="0"/>
              </a:rPr>
              <a:t>Continuous signal</a:t>
            </a:r>
          </a:p>
          <a:p>
            <a:pPr lvl="1" eaLnBrk="1" hangingPunct="1"/>
            <a:r>
              <a:rPr lang="en-US" altLang="en-US" sz="2400">
                <a:latin typeface="Arial" panose="020B0604020202020204" pitchFamily="34" charset="0"/>
                <a:cs typeface="Arial" panose="020B0604020202020204" pitchFamily="34" charset="0"/>
              </a:rPr>
              <a:t>Infinite number of points at any given time</a:t>
            </a:r>
          </a:p>
          <a:p>
            <a:pPr eaLnBrk="1" hangingPunct="1"/>
            <a:r>
              <a:rPr lang="en-US" altLang="en-US" sz="2800">
                <a:latin typeface="Arial" panose="020B0604020202020204" pitchFamily="34" charset="0"/>
                <a:cs typeface="Arial" panose="020B0604020202020204" pitchFamily="34" charset="0"/>
              </a:rPr>
              <a:t>Discrete signal</a:t>
            </a:r>
          </a:p>
          <a:p>
            <a:pPr lvl="1" eaLnBrk="1" hangingPunct="1"/>
            <a:r>
              <a:rPr lang="en-US" altLang="en-US" sz="2400">
                <a:latin typeface="Arial" panose="020B0604020202020204" pitchFamily="34" charset="0"/>
                <a:cs typeface="Arial" panose="020B0604020202020204" pitchFamily="34" charset="0"/>
              </a:rPr>
              <a:t>Finite number of points at any given time; maintains a constant level then changes to another constant level</a:t>
            </a:r>
          </a:p>
          <a:p>
            <a:pPr eaLnBrk="1" hangingPunct="1"/>
            <a:r>
              <a:rPr lang="en-US" altLang="en-US" sz="2800">
                <a:latin typeface="Arial" panose="020B0604020202020204" pitchFamily="34" charset="0"/>
                <a:cs typeface="Arial" panose="020B0604020202020204" pitchFamily="34" charset="0"/>
              </a:rPr>
              <a:t>Periodic signal</a:t>
            </a:r>
          </a:p>
          <a:p>
            <a:pPr lvl="1" eaLnBrk="1" hangingPunct="1"/>
            <a:r>
              <a:rPr lang="en-US" altLang="en-US" sz="2400">
                <a:latin typeface="Arial" panose="020B0604020202020204" pitchFamily="34" charset="0"/>
                <a:cs typeface="Arial" panose="020B0604020202020204" pitchFamily="34" charset="0"/>
              </a:rPr>
              <a:t>Pattern repeated over time</a:t>
            </a:r>
          </a:p>
          <a:p>
            <a:pPr eaLnBrk="1" hangingPunct="1"/>
            <a:r>
              <a:rPr lang="en-US" altLang="en-US" sz="2800">
                <a:latin typeface="Arial" panose="020B0604020202020204" pitchFamily="34" charset="0"/>
                <a:cs typeface="Arial" panose="020B0604020202020204" pitchFamily="34" charset="0"/>
              </a:rPr>
              <a:t>Aperiodic (non-periodic) signal</a:t>
            </a:r>
          </a:p>
          <a:p>
            <a:pPr lvl="1" eaLnBrk="1" hangingPunct="1"/>
            <a:r>
              <a:rPr lang="en-US" altLang="en-US" sz="2400">
                <a:latin typeface="Arial" panose="020B0604020202020204" pitchFamily="34" charset="0"/>
                <a:cs typeface="Arial" panose="020B0604020202020204" pitchFamily="34" charset="0"/>
              </a:rPr>
              <a:t>Pattern not repeated over time</a:t>
            </a:r>
          </a:p>
        </p:txBody>
      </p:sp>
      <p:sp>
        <p:nvSpPr>
          <p:cNvPr id="14339" name="Slide Number Placeholder 5">
            <a:extLst>
              <a:ext uri="{FF2B5EF4-FFF2-40B4-BE49-F238E27FC236}">
                <a16:creationId xmlns:a16="http://schemas.microsoft.com/office/drawing/2014/main" id="{0401C96E-1016-CC4E-FBD3-C9D4FE534147}"/>
              </a:ext>
            </a:extLst>
          </p:cNvPr>
          <p:cNvSpPr>
            <a:spLocks noGrp="1"/>
          </p:cNvSpPr>
          <p:nvPr>
            <p:ph type="sldNum" sz="quarter" idx="10"/>
          </p:nvPr>
        </p:nvSpPr>
        <p:spPr>
          <a:xfrm>
            <a:off x="8647113" y="6408738"/>
            <a:ext cx="366712"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fld id="{F80AE323-A9C9-4427-A41B-3381D79FF5DF}" type="slidenum">
              <a:rPr lang="en-US" altLang="en-US" sz="2000" i="0" baseline="0" smtClean="0">
                <a:latin typeface="Arial" panose="020B0604020202020204" pitchFamily="34" charset="0"/>
              </a:rPr>
              <a:pPr/>
              <a:t>5</a:t>
            </a:fld>
            <a:endParaRPr lang="en-US" altLang="en-US" sz="2000" i="0" baseline="0">
              <a:latin typeface="Arial" panose="020B0604020202020204" pitchFamily="34" charset="0"/>
            </a:endParaRPr>
          </a:p>
        </p:txBody>
      </p:sp>
      <p:sp>
        <p:nvSpPr>
          <p:cNvPr id="11266" name="Rectangle 2">
            <a:extLst>
              <a:ext uri="{FF2B5EF4-FFF2-40B4-BE49-F238E27FC236}">
                <a16:creationId xmlns:a16="http://schemas.microsoft.com/office/drawing/2014/main" id="{A33D787C-0AE7-2B22-C994-F51FE6D8BA42}"/>
              </a:ext>
            </a:extLst>
          </p:cNvPr>
          <p:cNvSpPr>
            <a:spLocks noGrp="1" noChangeArrowheads="1"/>
          </p:cNvSpPr>
          <p:nvPr>
            <p:ph type="title"/>
          </p:nvPr>
        </p:nvSpPr>
        <p:spPr/>
        <p:txBody>
          <a:bodyPr>
            <a:normAutofit fontScale="90000"/>
          </a:bodyPr>
          <a:lstStyle/>
          <a:p>
            <a:pPr eaLnBrk="1" fontAlgn="auto" hangingPunct="1">
              <a:spcAft>
                <a:spcPts val="0"/>
              </a:spcAft>
              <a:defRPr/>
            </a:pPr>
            <a:r>
              <a:rPr lang="en-US" dirty="0"/>
              <a:t>Time domain concepts</a:t>
            </a:r>
            <a:br>
              <a:rPr lang="en-US" dirty="0"/>
            </a:b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a:extLst>
              <a:ext uri="{FF2B5EF4-FFF2-40B4-BE49-F238E27FC236}">
                <a16:creationId xmlns:a16="http://schemas.microsoft.com/office/drawing/2014/main" id="{59D62BF9-4FDD-196F-6E98-4BF8C65CE4DB}"/>
              </a:ext>
            </a:extLst>
          </p:cNvPr>
          <p:cNvSpPr>
            <a:spLocks noGrp="1" noChangeArrowheads="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sz="2800">
                <a:latin typeface="Arial" panose="020B0604020202020204" pitchFamily="34" charset="0"/>
                <a:cs typeface="Arial" panose="020B0604020202020204" pitchFamily="34" charset="0"/>
              </a:rPr>
              <a:t>In data communications, we commonly use periodic analog signals and nonperiodic digital signals.</a:t>
            </a:r>
          </a:p>
          <a:p>
            <a:pPr eaLnBrk="1" hangingPunct="1"/>
            <a:r>
              <a:rPr lang="en-US" altLang="en-US" sz="2800">
                <a:latin typeface="Arial" panose="020B0604020202020204" pitchFamily="34" charset="0"/>
                <a:cs typeface="Arial" panose="020B0604020202020204" pitchFamily="34" charset="0"/>
              </a:rPr>
              <a:t>Periodic analog signals can be classified as </a:t>
            </a:r>
            <a:r>
              <a:rPr lang="en-US" altLang="en-US" sz="2800">
                <a:solidFill>
                  <a:schemeClr val="hlink"/>
                </a:solidFill>
                <a:latin typeface="Arial" panose="020B0604020202020204" pitchFamily="34" charset="0"/>
                <a:cs typeface="Arial" panose="020B0604020202020204" pitchFamily="34" charset="0"/>
              </a:rPr>
              <a:t>simple</a:t>
            </a:r>
            <a:r>
              <a:rPr lang="en-US" altLang="en-US" sz="2800">
                <a:latin typeface="Arial" panose="020B0604020202020204" pitchFamily="34" charset="0"/>
                <a:cs typeface="Arial" panose="020B0604020202020204" pitchFamily="34" charset="0"/>
              </a:rPr>
              <a:t> or </a:t>
            </a:r>
            <a:r>
              <a:rPr lang="en-US" altLang="en-US" sz="2800">
                <a:solidFill>
                  <a:schemeClr val="hlink"/>
                </a:solidFill>
                <a:latin typeface="Arial" panose="020B0604020202020204" pitchFamily="34" charset="0"/>
                <a:cs typeface="Arial" panose="020B0604020202020204" pitchFamily="34" charset="0"/>
              </a:rPr>
              <a:t>composite</a:t>
            </a:r>
            <a:r>
              <a:rPr lang="en-US" altLang="en-US" sz="2800">
                <a:latin typeface="Arial" panose="020B0604020202020204" pitchFamily="34" charset="0"/>
                <a:cs typeface="Arial" panose="020B0604020202020204" pitchFamily="34" charset="0"/>
              </a:rPr>
              <a:t>.</a:t>
            </a:r>
          </a:p>
          <a:p>
            <a:pPr eaLnBrk="1" hangingPunct="1"/>
            <a:r>
              <a:rPr lang="en-US" altLang="en-US" sz="2800">
                <a:latin typeface="Arial" panose="020B0604020202020204" pitchFamily="34" charset="0"/>
                <a:cs typeface="Arial" panose="020B0604020202020204" pitchFamily="34" charset="0"/>
              </a:rPr>
              <a:t>A simple periodic analog signal, a </a:t>
            </a:r>
            <a:r>
              <a:rPr lang="en-US" altLang="en-US" sz="2800">
                <a:solidFill>
                  <a:schemeClr val="hlink"/>
                </a:solidFill>
                <a:latin typeface="Arial" panose="020B0604020202020204" pitchFamily="34" charset="0"/>
                <a:cs typeface="Arial" panose="020B0604020202020204" pitchFamily="34" charset="0"/>
              </a:rPr>
              <a:t>sine wave</a:t>
            </a:r>
            <a:r>
              <a:rPr lang="en-US" altLang="en-US" sz="2800">
                <a:latin typeface="Arial" panose="020B0604020202020204" pitchFamily="34" charset="0"/>
                <a:cs typeface="Arial" panose="020B0604020202020204" pitchFamily="34" charset="0"/>
              </a:rPr>
              <a:t>, cannot be decomposed into simpler signals.</a:t>
            </a:r>
          </a:p>
          <a:p>
            <a:pPr algn="just" eaLnBrk="1" hangingPunct="1"/>
            <a:r>
              <a:rPr lang="en-US" altLang="en-US" sz="2800">
                <a:latin typeface="Arial" panose="020B0604020202020204" pitchFamily="34" charset="0"/>
                <a:cs typeface="Arial" panose="020B0604020202020204" pitchFamily="34" charset="0"/>
              </a:rPr>
              <a:t>A composite periodic analog signal is composed of multiple sine waves.</a:t>
            </a:r>
          </a:p>
          <a:p>
            <a:pPr eaLnBrk="1" hangingPunct="1"/>
            <a:endParaRPr lang="en-US" altLang="en-US" sz="2400"/>
          </a:p>
        </p:txBody>
      </p:sp>
      <p:sp>
        <p:nvSpPr>
          <p:cNvPr id="16387" name="Slide Number Placeholder 5">
            <a:extLst>
              <a:ext uri="{FF2B5EF4-FFF2-40B4-BE49-F238E27FC236}">
                <a16:creationId xmlns:a16="http://schemas.microsoft.com/office/drawing/2014/main" id="{FFDE643A-C33A-1625-418D-98949DA4418E}"/>
              </a:ext>
            </a:extLst>
          </p:cNvPr>
          <p:cNvSpPr>
            <a:spLocks noGrp="1"/>
          </p:cNvSpPr>
          <p:nvPr>
            <p:ph type="sldNum" sz="quarter" idx="10"/>
          </p:nvPr>
        </p:nvSpPr>
        <p:spPr>
          <a:xfrm>
            <a:off x="8647113" y="6408738"/>
            <a:ext cx="366712"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fld id="{C6DADBF6-0400-4082-BCAD-DB13BEA06034}" type="slidenum">
              <a:rPr lang="en-US" altLang="en-US" sz="2000" i="0" baseline="0" smtClean="0">
                <a:latin typeface="Arial" panose="020B0604020202020204" pitchFamily="34" charset="0"/>
              </a:rPr>
              <a:pPr/>
              <a:t>6</a:t>
            </a:fld>
            <a:endParaRPr lang="en-US" altLang="en-US" sz="2000" i="0" baseline="0">
              <a:latin typeface="Arial" panose="020B0604020202020204" pitchFamily="34" charset="0"/>
            </a:endParaRPr>
          </a:p>
        </p:txBody>
      </p:sp>
      <p:sp>
        <p:nvSpPr>
          <p:cNvPr id="11266" name="Rectangle 2">
            <a:extLst>
              <a:ext uri="{FF2B5EF4-FFF2-40B4-BE49-F238E27FC236}">
                <a16:creationId xmlns:a16="http://schemas.microsoft.com/office/drawing/2014/main" id="{1D3139AF-CA0E-2210-071F-1538D1C2EBF3}"/>
              </a:ext>
            </a:extLst>
          </p:cNvPr>
          <p:cNvSpPr>
            <a:spLocks noGrp="1" noChangeArrowheads="1"/>
          </p:cNvSpPr>
          <p:nvPr>
            <p:ph type="title"/>
          </p:nvPr>
        </p:nvSpPr>
        <p:spPr/>
        <p:txBody>
          <a:bodyPr>
            <a:normAutofit fontScale="90000"/>
          </a:bodyPr>
          <a:lstStyle/>
          <a:p>
            <a:pPr eaLnBrk="1" fontAlgn="auto" hangingPunct="1">
              <a:spcAft>
                <a:spcPts val="0"/>
              </a:spcAft>
              <a:defRPr/>
            </a:pPr>
            <a:r>
              <a:rPr lang="en-US" dirty="0"/>
              <a:t>Time domain concepts</a:t>
            </a:r>
            <a:br>
              <a:rPr lang="en-US" dirty="0"/>
            </a:b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1">
            <a:extLst>
              <a:ext uri="{FF2B5EF4-FFF2-40B4-BE49-F238E27FC236}">
                <a16:creationId xmlns:a16="http://schemas.microsoft.com/office/drawing/2014/main" id="{BF1F22BE-6F10-ED9D-1ADB-CD8573FF35E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sz="2000" i="0" baseline="0">
                <a:latin typeface="Arial" panose="020B0604020202020204" pitchFamily="34" charset="0"/>
              </a:rPr>
              <a:t>3.</a:t>
            </a:r>
            <a:fld id="{3139E119-2FAB-463E-AFCF-8F099CC449CA}" type="slidenum">
              <a:rPr lang="en-US" altLang="en-US" sz="2000" i="0" baseline="0" smtClean="0">
                <a:latin typeface="Arial" panose="020B0604020202020204" pitchFamily="34" charset="0"/>
              </a:rPr>
              <a:pPr/>
              <a:t>7</a:t>
            </a:fld>
            <a:endParaRPr lang="en-US" altLang="en-US" sz="2000" i="0" baseline="0">
              <a:latin typeface="Arial" panose="020B0604020202020204" pitchFamily="34" charset="0"/>
            </a:endParaRPr>
          </a:p>
        </p:txBody>
      </p:sp>
      <p:sp>
        <p:nvSpPr>
          <p:cNvPr id="18435" name="Line 2">
            <a:extLst>
              <a:ext uri="{FF2B5EF4-FFF2-40B4-BE49-F238E27FC236}">
                <a16:creationId xmlns:a16="http://schemas.microsoft.com/office/drawing/2014/main" id="{6AB9FA24-FF1C-26DF-0C86-FF62C0616709}"/>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8436" name="Line 3">
            <a:extLst>
              <a:ext uri="{FF2B5EF4-FFF2-40B4-BE49-F238E27FC236}">
                <a16:creationId xmlns:a16="http://schemas.microsoft.com/office/drawing/2014/main" id="{FB0D8243-4832-10AF-2604-16D2D97BB1FA}"/>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8437" name="Text Box 4">
            <a:extLst>
              <a:ext uri="{FF2B5EF4-FFF2-40B4-BE49-F238E27FC236}">
                <a16:creationId xmlns:a16="http://schemas.microsoft.com/office/drawing/2014/main" id="{50B79CAC-5452-DA89-6559-B13A3827244A}"/>
              </a:ext>
            </a:extLst>
          </p:cNvPr>
          <p:cNvSpPr txBox="1">
            <a:spLocks noChangeArrowheads="1"/>
          </p:cNvSpPr>
          <p:nvPr/>
        </p:nvSpPr>
        <p:spPr bwMode="auto">
          <a:xfrm>
            <a:off x="304800" y="762000"/>
            <a:ext cx="2897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sz="2400" i="0" baseline="0">
                <a:solidFill>
                  <a:schemeClr val="folHlink"/>
                </a:solidFill>
              </a:rPr>
              <a:t>Figure 3.2  </a:t>
            </a:r>
            <a:r>
              <a:rPr lang="en-US" altLang="en-US" sz="2000" baseline="0"/>
              <a:t>A sine wave</a:t>
            </a:r>
          </a:p>
        </p:txBody>
      </p:sp>
      <p:sp>
        <p:nvSpPr>
          <p:cNvPr id="18438" name="Line 5">
            <a:extLst>
              <a:ext uri="{FF2B5EF4-FFF2-40B4-BE49-F238E27FC236}">
                <a16:creationId xmlns:a16="http://schemas.microsoft.com/office/drawing/2014/main" id="{A74746E6-A164-CA2D-A67B-D0D098BEED3E}"/>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pic>
        <p:nvPicPr>
          <p:cNvPr id="18439" name="Picture 6">
            <a:extLst>
              <a:ext uri="{FF2B5EF4-FFF2-40B4-BE49-F238E27FC236}">
                <a16:creationId xmlns:a16="http://schemas.microsoft.com/office/drawing/2014/main" id="{40BCE192-23D9-6C4B-7661-EC305F528F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1725" y="2786063"/>
            <a:ext cx="7075488" cy="2084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a:extLst>
              <a:ext uri="{FF2B5EF4-FFF2-40B4-BE49-F238E27FC236}">
                <a16:creationId xmlns:a16="http://schemas.microsoft.com/office/drawing/2014/main" id="{0ED3EE65-1B28-CB16-05C9-08F03E481A55}"/>
              </a:ext>
            </a:extLst>
          </p:cNvPr>
          <p:cNvSpPr>
            <a:spLocks noGrp="1" noChangeArrowheads="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a:t>All signals are composed of three properties:</a:t>
            </a:r>
          </a:p>
          <a:p>
            <a:pPr lvl="1" eaLnBrk="1" hangingPunct="1"/>
            <a:r>
              <a:rPr lang="en-US" altLang="en-US"/>
              <a:t>Amplitude</a:t>
            </a:r>
          </a:p>
          <a:p>
            <a:pPr lvl="1" eaLnBrk="1" hangingPunct="1"/>
            <a:r>
              <a:rPr lang="en-US" altLang="en-US"/>
              <a:t>Frequency</a:t>
            </a:r>
          </a:p>
          <a:p>
            <a:pPr lvl="1" eaLnBrk="1" hangingPunct="1"/>
            <a:r>
              <a:rPr lang="en-US" altLang="en-US"/>
              <a:t>Phase</a:t>
            </a:r>
          </a:p>
        </p:txBody>
      </p:sp>
      <p:sp>
        <p:nvSpPr>
          <p:cNvPr id="20483" name="Slide Number Placeholder 5">
            <a:extLst>
              <a:ext uri="{FF2B5EF4-FFF2-40B4-BE49-F238E27FC236}">
                <a16:creationId xmlns:a16="http://schemas.microsoft.com/office/drawing/2014/main" id="{0F8B6B9B-E036-92C9-7A77-6CE47FE027E2}"/>
              </a:ext>
            </a:extLst>
          </p:cNvPr>
          <p:cNvSpPr>
            <a:spLocks noGrp="1"/>
          </p:cNvSpPr>
          <p:nvPr>
            <p:ph type="sldNum" sz="quarter" idx="10"/>
          </p:nvPr>
        </p:nvSpPr>
        <p:spPr>
          <a:xfrm>
            <a:off x="8647113" y="6408738"/>
            <a:ext cx="366712"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fld id="{E5648C12-CD17-46DF-9E1E-FF02E45058FD}" type="slidenum">
              <a:rPr lang="en-US" altLang="en-US" sz="2000" i="0" baseline="0" smtClean="0">
                <a:latin typeface="Arial" panose="020B0604020202020204" pitchFamily="34" charset="0"/>
              </a:rPr>
              <a:pPr/>
              <a:t>8</a:t>
            </a:fld>
            <a:endParaRPr lang="en-US" altLang="en-US" sz="2000" i="0" baseline="0">
              <a:latin typeface="Arial" panose="020B0604020202020204" pitchFamily="34" charset="0"/>
            </a:endParaRPr>
          </a:p>
        </p:txBody>
      </p:sp>
      <p:sp>
        <p:nvSpPr>
          <p:cNvPr id="20484" name="Rectangle 2">
            <a:extLst>
              <a:ext uri="{FF2B5EF4-FFF2-40B4-BE49-F238E27FC236}">
                <a16:creationId xmlns:a16="http://schemas.microsoft.com/office/drawing/2014/main" id="{D49185CD-A185-15A0-A4DF-82C413E69659}"/>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a:t>Periodic analog Signal Properties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1">
            <a:extLst>
              <a:ext uri="{FF2B5EF4-FFF2-40B4-BE49-F238E27FC236}">
                <a16:creationId xmlns:a16="http://schemas.microsoft.com/office/drawing/2014/main" id="{1032FDFE-CD31-FDBC-64AA-D8471EDF376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sz="2000" i="0" baseline="0">
                <a:latin typeface="Arial" panose="020B0604020202020204" pitchFamily="34" charset="0"/>
              </a:rPr>
              <a:t>3.</a:t>
            </a:r>
            <a:fld id="{3F6ADB62-10B1-4B0D-A8AF-3201137C5A2C}" type="slidenum">
              <a:rPr lang="en-US" altLang="en-US" sz="2000" i="0" baseline="0" smtClean="0">
                <a:latin typeface="Arial" panose="020B0604020202020204" pitchFamily="34" charset="0"/>
              </a:rPr>
              <a:pPr/>
              <a:t>9</a:t>
            </a:fld>
            <a:endParaRPr lang="en-US" altLang="en-US" sz="2000" i="0" baseline="0">
              <a:latin typeface="Arial" panose="020B0604020202020204" pitchFamily="34" charset="0"/>
            </a:endParaRPr>
          </a:p>
        </p:txBody>
      </p:sp>
      <p:sp>
        <p:nvSpPr>
          <p:cNvPr id="22531" name="Line 2">
            <a:extLst>
              <a:ext uri="{FF2B5EF4-FFF2-40B4-BE49-F238E27FC236}">
                <a16:creationId xmlns:a16="http://schemas.microsoft.com/office/drawing/2014/main" id="{E4ECBBCF-B4CE-3A0B-9D43-B8A9EC826CE1}"/>
              </a:ext>
            </a:extLst>
          </p:cNvPr>
          <p:cNvSpPr>
            <a:spLocks noChangeShapeType="1"/>
          </p:cNvSpPr>
          <p:nvPr/>
        </p:nvSpPr>
        <p:spPr bwMode="auto">
          <a:xfrm>
            <a:off x="152400" y="762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2532" name="Line 3">
            <a:extLst>
              <a:ext uri="{FF2B5EF4-FFF2-40B4-BE49-F238E27FC236}">
                <a16:creationId xmlns:a16="http://schemas.microsoft.com/office/drawing/2014/main" id="{EBA8479E-7F2A-70C5-2C19-89078320CE0C}"/>
              </a:ext>
            </a:extLst>
          </p:cNvPr>
          <p:cNvSpPr>
            <a:spLocks noChangeShapeType="1"/>
          </p:cNvSpPr>
          <p:nvPr/>
        </p:nvSpPr>
        <p:spPr bwMode="auto">
          <a:xfrm>
            <a:off x="152400" y="11430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2533" name="Text Box 4">
            <a:extLst>
              <a:ext uri="{FF2B5EF4-FFF2-40B4-BE49-F238E27FC236}">
                <a16:creationId xmlns:a16="http://schemas.microsoft.com/office/drawing/2014/main" id="{91CEC944-C142-E055-1DE4-E90B4AD18B71}"/>
              </a:ext>
            </a:extLst>
          </p:cNvPr>
          <p:cNvSpPr txBox="1">
            <a:spLocks noChangeArrowheads="1"/>
          </p:cNvSpPr>
          <p:nvPr/>
        </p:nvSpPr>
        <p:spPr bwMode="auto">
          <a:xfrm>
            <a:off x="304800" y="304800"/>
            <a:ext cx="676592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sz="2400" i="0" baseline="0">
                <a:solidFill>
                  <a:schemeClr val="folHlink"/>
                </a:solidFill>
              </a:rPr>
              <a:t>Figure 3.3  </a:t>
            </a:r>
            <a:r>
              <a:rPr lang="en-US" altLang="en-US" sz="2000" baseline="0"/>
              <a:t>Two signals with the same phase and frequency, </a:t>
            </a:r>
            <a:br>
              <a:rPr lang="en-US" altLang="en-US" sz="2000" baseline="0"/>
            </a:br>
            <a:r>
              <a:rPr lang="en-US" altLang="en-US" sz="2000" baseline="0"/>
              <a:t>                        but different amplitudes</a:t>
            </a:r>
          </a:p>
        </p:txBody>
      </p:sp>
      <p:sp>
        <p:nvSpPr>
          <p:cNvPr id="22534" name="Line 5">
            <a:extLst>
              <a:ext uri="{FF2B5EF4-FFF2-40B4-BE49-F238E27FC236}">
                <a16:creationId xmlns:a16="http://schemas.microsoft.com/office/drawing/2014/main" id="{5781FFA8-3121-67F7-9EF7-230A8F61FDAB}"/>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pic>
        <p:nvPicPr>
          <p:cNvPr id="22535" name="Picture 6">
            <a:extLst>
              <a:ext uri="{FF2B5EF4-FFF2-40B4-BE49-F238E27FC236}">
                <a16:creationId xmlns:a16="http://schemas.microsoft.com/office/drawing/2014/main" id="{46940E0A-329D-D1C5-BC69-5836209E29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1371600"/>
            <a:ext cx="5475288" cy="470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1">
            <a:extLst>
              <a:ext uri="{FF2B5EF4-FFF2-40B4-BE49-F238E27FC236}">
                <a16:creationId xmlns:a16="http://schemas.microsoft.com/office/drawing/2014/main" id="{23567F20-7817-5E76-74DB-36112C5A254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sz="2000" i="0" baseline="0">
                <a:latin typeface="Arial" panose="020B0604020202020204" pitchFamily="34" charset="0"/>
              </a:rPr>
              <a:t>3.</a:t>
            </a:r>
            <a:fld id="{5AFFC877-58F4-425E-AA12-919D2D9A1463}" type="slidenum">
              <a:rPr lang="en-US" altLang="en-US" sz="2000" i="0" baseline="0" smtClean="0">
                <a:latin typeface="Arial" panose="020B0604020202020204" pitchFamily="34" charset="0"/>
              </a:rPr>
              <a:pPr/>
              <a:t>10</a:t>
            </a:fld>
            <a:endParaRPr lang="en-US" altLang="en-US" sz="2000" i="0" baseline="0">
              <a:latin typeface="Arial" panose="020B0604020202020204" pitchFamily="34" charset="0"/>
            </a:endParaRPr>
          </a:p>
        </p:txBody>
      </p:sp>
      <p:sp>
        <p:nvSpPr>
          <p:cNvPr id="24579" name="Rectangle 2">
            <a:extLst>
              <a:ext uri="{FF2B5EF4-FFF2-40B4-BE49-F238E27FC236}">
                <a16:creationId xmlns:a16="http://schemas.microsoft.com/office/drawing/2014/main" id="{8331AD3F-1A98-5A12-8BA4-3C51B337B759}"/>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24580" name="Rectangle 3">
            <a:extLst>
              <a:ext uri="{FF2B5EF4-FFF2-40B4-BE49-F238E27FC236}">
                <a16:creationId xmlns:a16="http://schemas.microsoft.com/office/drawing/2014/main" id="{74914B02-8FE7-029B-05C6-CC28A1478E6E}"/>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24581" name="Rectangle 4">
            <a:extLst>
              <a:ext uri="{FF2B5EF4-FFF2-40B4-BE49-F238E27FC236}">
                <a16:creationId xmlns:a16="http://schemas.microsoft.com/office/drawing/2014/main" id="{A55BBFBE-FE8F-5E18-965F-D7CD50FA5489}"/>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24582" name="Rectangle 5">
            <a:extLst>
              <a:ext uri="{FF2B5EF4-FFF2-40B4-BE49-F238E27FC236}">
                <a16:creationId xmlns:a16="http://schemas.microsoft.com/office/drawing/2014/main" id="{0509A1DE-FB90-84E3-5DB1-D6A3CEA3629B}"/>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24583" name="Rectangle 6">
            <a:extLst>
              <a:ext uri="{FF2B5EF4-FFF2-40B4-BE49-F238E27FC236}">
                <a16:creationId xmlns:a16="http://schemas.microsoft.com/office/drawing/2014/main" id="{7C42AF6F-C054-D40D-5DA2-873442EE9548}"/>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24584" name="Rectangle 7">
            <a:extLst>
              <a:ext uri="{FF2B5EF4-FFF2-40B4-BE49-F238E27FC236}">
                <a16:creationId xmlns:a16="http://schemas.microsoft.com/office/drawing/2014/main" id="{0C8AED69-6F96-2C29-4740-C896E756B8F3}"/>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24585" name="Rectangle 8">
            <a:extLst>
              <a:ext uri="{FF2B5EF4-FFF2-40B4-BE49-F238E27FC236}">
                <a16:creationId xmlns:a16="http://schemas.microsoft.com/office/drawing/2014/main" id="{7C617CFF-BD3B-2FC2-5BAC-0B40C6BA24E0}"/>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24586" name="Line 9">
            <a:extLst>
              <a:ext uri="{FF2B5EF4-FFF2-40B4-BE49-F238E27FC236}">
                <a16:creationId xmlns:a16="http://schemas.microsoft.com/office/drawing/2014/main" id="{1D49565F-CF86-0FB6-B5CC-A5B15579B445}"/>
              </a:ext>
            </a:extLst>
          </p:cNvPr>
          <p:cNvSpPr>
            <a:spLocks noChangeShapeType="1"/>
          </p:cNvSpPr>
          <p:nvPr/>
        </p:nvSpPr>
        <p:spPr bwMode="auto">
          <a:xfrm>
            <a:off x="457200" y="2971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4587" name="Line 10">
            <a:extLst>
              <a:ext uri="{FF2B5EF4-FFF2-40B4-BE49-F238E27FC236}">
                <a16:creationId xmlns:a16="http://schemas.microsoft.com/office/drawing/2014/main" id="{9B52A817-4E67-C4FC-4411-9DAA93D4048C}"/>
              </a:ext>
            </a:extLst>
          </p:cNvPr>
          <p:cNvSpPr>
            <a:spLocks noChangeShapeType="1"/>
          </p:cNvSpPr>
          <p:nvPr/>
        </p:nvSpPr>
        <p:spPr bwMode="auto">
          <a:xfrm>
            <a:off x="458788" y="42672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4588" name="Rectangle 11">
            <a:extLst>
              <a:ext uri="{FF2B5EF4-FFF2-40B4-BE49-F238E27FC236}">
                <a16:creationId xmlns:a16="http://schemas.microsoft.com/office/drawing/2014/main" id="{63E660A2-0CDE-DA88-668F-05A12D08DD32}"/>
              </a:ext>
            </a:extLst>
          </p:cNvPr>
          <p:cNvSpPr>
            <a:spLocks noChangeArrowheads="1"/>
          </p:cNvSpPr>
          <p:nvPr/>
        </p:nvSpPr>
        <p:spPr bwMode="auto">
          <a:xfrm>
            <a:off x="495300" y="3063875"/>
            <a:ext cx="8077200" cy="1066800"/>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a:r>
              <a:rPr lang="en-US" altLang="en-US" sz="3200" i="0" baseline="0">
                <a:latin typeface="Arial" panose="020B0604020202020204" pitchFamily="34" charset="0"/>
              </a:rPr>
              <a:t>Frequency and period are the inverse of each other.</a:t>
            </a:r>
          </a:p>
        </p:txBody>
      </p:sp>
      <p:grpSp>
        <p:nvGrpSpPr>
          <p:cNvPr id="24589" name="Group 12">
            <a:extLst>
              <a:ext uri="{FF2B5EF4-FFF2-40B4-BE49-F238E27FC236}">
                <a16:creationId xmlns:a16="http://schemas.microsoft.com/office/drawing/2014/main" id="{2A18ABD5-3B23-136A-B7C0-ED6568C32CBF}"/>
              </a:ext>
            </a:extLst>
          </p:cNvPr>
          <p:cNvGrpSpPr>
            <a:grpSpLocks/>
          </p:cNvGrpSpPr>
          <p:nvPr/>
        </p:nvGrpSpPr>
        <p:grpSpPr bwMode="auto">
          <a:xfrm>
            <a:off x="457200" y="2362200"/>
            <a:ext cx="1143000" cy="566738"/>
            <a:chOff x="1200" y="1248"/>
            <a:chExt cx="720" cy="357"/>
          </a:xfrm>
        </p:grpSpPr>
        <p:pic>
          <p:nvPicPr>
            <p:cNvPr id="24591" name="Picture 13">
              <a:extLst>
                <a:ext uri="{FF2B5EF4-FFF2-40B4-BE49-F238E27FC236}">
                  <a16:creationId xmlns:a16="http://schemas.microsoft.com/office/drawing/2014/main" id="{5562D207-03CA-BB3F-87B2-2B2DFED4D5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92" name="Text Box 14">
              <a:extLst>
                <a:ext uri="{FF2B5EF4-FFF2-40B4-BE49-F238E27FC236}">
                  <a16:creationId xmlns:a16="http://schemas.microsoft.com/office/drawing/2014/main" id="{73DC1E80-1262-D508-1040-5AF108C7D153}"/>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baseline="0">
                  <a:solidFill>
                    <a:schemeClr val="hlink"/>
                  </a:solidFill>
                </a:rPr>
                <a:t>Note</a:t>
              </a:r>
            </a:p>
          </p:txBody>
        </p:sp>
      </p:grpSp>
      <p:pic>
        <p:nvPicPr>
          <p:cNvPr id="24590" name="Picture 15">
            <a:extLst>
              <a:ext uri="{FF2B5EF4-FFF2-40B4-BE49-F238E27FC236}">
                <a16:creationId xmlns:a16="http://schemas.microsoft.com/office/drawing/2014/main" id="{387D19E4-21B0-2AC9-4DEF-7C9FB657A0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84488" y="4419600"/>
            <a:ext cx="3375025" cy="666750"/>
          </a:xfrm>
          <a:prstGeom prst="rect">
            <a:avLst/>
          </a:prstGeom>
          <a:solidFill>
            <a:srgbClr val="3366FF"/>
          </a:solidFill>
          <a:ln w="28575">
            <a:solidFill>
              <a:srgbClr val="3366FF"/>
            </a:solid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1">
            <a:extLst>
              <a:ext uri="{FF2B5EF4-FFF2-40B4-BE49-F238E27FC236}">
                <a16:creationId xmlns:a16="http://schemas.microsoft.com/office/drawing/2014/main" id="{389FAED8-4AA2-4DC1-1F2F-B9114BAA3FE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sz="2000" i="0" baseline="0">
                <a:latin typeface="Arial" panose="020B0604020202020204" pitchFamily="34" charset="0"/>
              </a:rPr>
              <a:t>3.</a:t>
            </a:r>
            <a:fld id="{8921A507-581C-4FB7-97B8-6A6764A8CC1A}" type="slidenum">
              <a:rPr lang="en-US" altLang="en-US" sz="2000" i="0" baseline="0" smtClean="0">
                <a:latin typeface="Arial" panose="020B0604020202020204" pitchFamily="34" charset="0"/>
              </a:rPr>
              <a:pPr/>
              <a:t>11</a:t>
            </a:fld>
            <a:endParaRPr lang="en-US" altLang="en-US" sz="2000" i="0" baseline="0">
              <a:latin typeface="Arial" panose="020B0604020202020204" pitchFamily="34" charset="0"/>
            </a:endParaRPr>
          </a:p>
        </p:txBody>
      </p:sp>
      <p:sp>
        <p:nvSpPr>
          <p:cNvPr id="26627" name="Line 2">
            <a:extLst>
              <a:ext uri="{FF2B5EF4-FFF2-40B4-BE49-F238E27FC236}">
                <a16:creationId xmlns:a16="http://schemas.microsoft.com/office/drawing/2014/main" id="{EC248FD1-1CA2-E006-DD61-E4DD2636B125}"/>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628" name="Line 3">
            <a:extLst>
              <a:ext uri="{FF2B5EF4-FFF2-40B4-BE49-F238E27FC236}">
                <a16:creationId xmlns:a16="http://schemas.microsoft.com/office/drawing/2014/main" id="{66720CE1-8B71-10E8-2361-DB9FE1217917}"/>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629" name="Text Box 4">
            <a:extLst>
              <a:ext uri="{FF2B5EF4-FFF2-40B4-BE49-F238E27FC236}">
                <a16:creationId xmlns:a16="http://schemas.microsoft.com/office/drawing/2014/main" id="{DE2432AF-19C9-07CB-587B-4E198BC724A2}"/>
              </a:ext>
            </a:extLst>
          </p:cNvPr>
          <p:cNvSpPr txBox="1">
            <a:spLocks noChangeArrowheads="1"/>
          </p:cNvSpPr>
          <p:nvPr/>
        </p:nvSpPr>
        <p:spPr bwMode="auto">
          <a:xfrm>
            <a:off x="304800" y="228600"/>
            <a:ext cx="6700838"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sz="2400" i="0" baseline="0">
                <a:solidFill>
                  <a:schemeClr val="folHlink"/>
                </a:solidFill>
              </a:rPr>
              <a:t>Figure 3.4  </a:t>
            </a:r>
            <a:r>
              <a:rPr lang="en-US" altLang="en-US" sz="2000" baseline="0"/>
              <a:t>Two signals with the same amplitude and phase,</a:t>
            </a:r>
            <a:br>
              <a:rPr lang="en-US" altLang="en-US" sz="2000" baseline="0"/>
            </a:br>
            <a:r>
              <a:rPr lang="en-US" altLang="en-US" sz="2000" baseline="0"/>
              <a:t>                        but different frequencies</a:t>
            </a:r>
          </a:p>
        </p:txBody>
      </p:sp>
      <p:sp>
        <p:nvSpPr>
          <p:cNvPr id="26630" name="Line 5">
            <a:extLst>
              <a:ext uri="{FF2B5EF4-FFF2-40B4-BE49-F238E27FC236}">
                <a16:creationId xmlns:a16="http://schemas.microsoft.com/office/drawing/2014/main" id="{E6DC8FD8-518F-4D6E-FAA8-113FB7A31CAF}"/>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pic>
        <p:nvPicPr>
          <p:cNvPr id="26631" name="Picture 6">
            <a:extLst>
              <a:ext uri="{FF2B5EF4-FFF2-40B4-BE49-F238E27FC236}">
                <a16:creationId xmlns:a16="http://schemas.microsoft.com/office/drawing/2014/main" id="{3267BA25-D0C7-14E6-CCFB-F1A3582C38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5950" y="1066800"/>
            <a:ext cx="5429250" cy="517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1">
            <a:extLst>
              <a:ext uri="{FF2B5EF4-FFF2-40B4-BE49-F238E27FC236}">
                <a16:creationId xmlns:a16="http://schemas.microsoft.com/office/drawing/2014/main" id="{E7889F6C-6BB4-9A64-175B-EECB89685EE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sz="2000" i="0" baseline="0">
                <a:latin typeface="Arial" panose="020B0604020202020204" pitchFamily="34" charset="0"/>
              </a:rPr>
              <a:t>3.</a:t>
            </a:r>
            <a:fld id="{B5BE5215-5757-43C0-8509-5934D277BD02}" type="slidenum">
              <a:rPr lang="en-US" altLang="en-US" sz="2000" i="0" baseline="0" smtClean="0">
                <a:latin typeface="Arial" panose="020B0604020202020204" pitchFamily="34" charset="0"/>
              </a:rPr>
              <a:pPr/>
              <a:t>12</a:t>
            </a:fld>
            <a:endParaRPr lang="en-US" altLang="en-US" sz="2000" i="0" baseline="0">
              <a:latin typeface="Arial" panose="020B0604020202020204" pitchFamily="34" charset="0"/>
            </a:endParaRPr>
          </a:p>
        </p:txBody>
      </p:sp>
      <p:sp>
        <p:nvSpPr>
          <p:cNvPr id="28675" name="Text Box 2">
            <a:extLst>
              <a:ext uri="{FF2B5EF4-FFF2-40B4-BE49-F238E27FC236}">
                <a16:creationId xmlns:a16="http://schemas.microsoft.com/office/drawing/2014/main" id="{84AF7D5B-1E6C-3D97-7838-E7D7129AA2E4}"/>
              </a:ext>
            </a:extLst>
          </p:cNvPr>
          <p:cNvSpPr txBox="1">
            <a:spLocks noChangeArrowheads="1"/>
          </p:cNvSpPr>
          <p:nvPr/>
        </p:nvSpPr>
        <p:spPr bwMode="auto">
          <a:xfrm>
            <a:off x="361950" y="1828800"/>
            <a:ext cx="4667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sz="2400" i="0" baseline="0">
                <a:solidFill>
                  <a:schemeClr val="folHlink"/>
                </a:solidFill>
              </a:rPr>
              <a:t>Table 3.1  </a:t>
            </a:r>
            <a:r>
              <a:rPr lang="en-US" altLang="en-US" sz="2000" baseline="0"/>
              <a:t>Units of period and frequency</a:t>
            </a:r>
          </a:p>
        </p:txBody>
      </p:sp>
      <p:pic>
        <p:nvPicPr>
          <p:cNvPr id="28676" name="Picture 4">
            <a:extLst>
              <a:ext uri="{FF2B5EF4-FFF2-40B4-BE49-F238E27FC236}">
                <a16:creationId xmlns:a16="http://schemas.microsoft.com/office/drawing/2014/main" id="{FACB178B-AA2C-D9BD-88E5-0FAD23DA45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2327275"/>
            <a:ext cx="8601075" cy="239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1">
            <a:extLst>
              <a:ext uri="{FF2B5EF4-FFF2-40B4-BE49-F238E27FC236}">
                <a16:creationId xmlns:a16="http://schemas.microsoft.com/office/drawing/2014/main" id="{15A53919-1D85-4535-884C-90F0A0BCB78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sz="2000" i="0" baseline="0">
                <a:latin typeface="Arial" panose="020B0604020202020204" pitchFamily="34" charset="0"/>
              </a:rPr>
              <a:t>3.</a:t>
            </a:r>
            <a:fld id="{AFA87437-D331-4AD5-BD01-AC5F035A1D2D}" type="slidenum">
              <a:rPr lang="en-US" altLang="en-US" sz="2000" i="0" baseline="0" smtClean="0">
                <a:latin typeface="Arial" panose="020B0604020202020204" pitchFamily="34" charset="0"/>
              </a:rPr>
              <a:pPr/>
              <a:t>13</a:t>
            </a:fld>
            <a:endParaRPr lang="en-US" altLang="en-US" sz="2000" i="0" baseline="0">
              <a:latin typeface="Arial" panose="020B0604020202020204" pitchFamily="34" charset="0"/>
            </a:endParaRPr>
          </a:p>
        </p:txBody>
      </p:sp>
      <p:sp>
        <p:nvSpPr>
          <p:cNvPr id="30723" name="Rectangle 2">
            <a:extLst>
              <a:ext uri="{FF2B5EF4-FFF2-40B4-BE49-F238E27FC236}">
                <a16:creationId xmlns:a16="http://schemas.microsoft.com/office/drawing/2014/main" id="{22217729-6299-2F27-5E9C-6BE85242EF8A}"/>
              </a:ext>
            </a:extLst>
          </p:cNvPr>
          <p:cNvSpPr>
            <a:spLocks noChangeArrowheads="1"/>
          </p:cNvSpPr>
          <p:nvPr/>
        </p:nvSpPr>
        <p:spPr bwMode="ltGray">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30724" name="Rectangle 3">
            <a:extLst>
              <a:ext uri="{FF2B5EF4-FFF2-40B4-BE49-F238E27FC236}">
                <a16:creationId xmlns:a16="http://schemas.microsoft.com/office/drawing/2014/main" id="{8D7A949E-B5B2-112F-71C3-1A3B83AA08D3}"/>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grpSp>
        <p:nvGrpSpPr>
          <p:cNvPr id="30725" name="Group 4">
            <a:extLst>
              <a:ext uri="{FF2B5EF4-FFF2-40B4-BE49-F238E27FC236}">
                <a16:creationId xmlns:a16="http://schemas.microsoft.com/office/drawing/2014/main" id="{128DA3E5-512D-A768-43C0-3E25D0F964D7}"/>
              </a:ext>
            </a:extLst>
          </p:cNvPr>
          <p:cNvGrpSpPr>
            <a:grpSpLocks/>
          </p:cNvGrpSpPr>
          <p:nvPr/>
        </p:nvGrpSpPr>
        <p:grpSpPr bwMode="auto">
          <a:xfrm>
            <a:off x="490538" y="773113"/>
            <a:ext cx="738187" cy="474662"/>
            <a:chOff x="309" y="487"/>
            <a:chExt cx="465" cy="299"/>
          </a:xfrm>
        </p:grpSpPr>
        <p:sp>
          <p:nvSpPr>
            <p:cNvPr id="30733" name="Rectangle 5">
              <a:extLst>
                <a:ext uri="{FF2B5EF4-FFF2-40B4-BE49-F238E27FC236}">
                  <a16:creationId xmlns:a16="http://schemas.microsoft.com/office/drawing/2014/main" id="{7CD281AC-637A-457A-E63C-F702F6A0A64D}"/>
                </a:ext>
              </a:extLst>
            </p:cNvPr>
            <p:cNvSpPr>
              <a:spLocks noChangeArrowheads="1"/>
            </p:cNvSpPr>
            <p:nvPr/>
          </p:nvSpPr>
          <p:spPr bwMode="ltGray">
            <a:xfrm>
              <a:off x="309" y="487"/>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30734" name="Rectangle 6">
              <a:extLst>
                <a:ext uri="{FF2B5EF4-FFF2-40B4-BE49-F238E27FC236}">
                  <a16:creationId xmlns:a16="http://schemas.microsoft.com/office/drawing/2014/main" id="{41D291F2-4707-C13E-BC1D-85D534651AA7}"/>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grpSp>
      <p:sp>
        <p:nvSpPr>
          <p:cNvPr id="30726" name="Rectangle 7">
            <a:extLst>
              <a:ext uri="{FF2B5EF4-FFF2-40B4-BE49-F238E27FC236}">
                <a16:creationId xmlns:a16="http://schemas.microsoft.com/office/drawing/2014/main" id="{D461CB98-00BF-9538-FBC3-7AFB044763FF}"/>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30727" name="Rectangle 8">
            <a:extLst>
              <a:ext uri="{FF2B5EF4-FFF2-40B4-BE49-F238E27FC236}">
                <a16:creationId xmlns:a16="http://schemas.microsoft.com/office/drawing/2014/main" id="{21106BC2-2EBE-E8EA-31DC-DB80BF827AC2}"/>
              </a:ext>
            </a:extLst>
          </p:cNvPr>
          <p:cNvSpPr>
            <a:spLocks noChangeArrowheads="1"/>
          </p:cNvSpPr>
          <p:nvPr/>
        </p:nvSpPr>
        <p:spPr bwMode="gray">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30728" name="Rectangle 9">
            <a:extLst>
              <a:ext uri="{FF2B5EF4-FFF2-40B4-BE49-F238E27FC236}">
                <a16:creationId xmlns:a16="http://schemas.microsoft.com/office/drawing/2014/main" id="{40094C16-FA26-6F14-D3D8-1C378EBA287B}"/>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30729" name="Rectangle 10">
            <a:extLst>
              <a:ext uri="{FF2B5EF4-FFF2-40B4-BE49-F238E27FC236}">
                <a16:creationId xmlns:a16="http://schemas.microsoft.com/office/drawing/2014/main" id="{E25D57C2-1D9D-876F-ADAB-B91B79F38C57}"/>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endParaRPr lang="en-US" altLang="en-US"/>
          </a:p>
        </p:txBody>
      </p:sp>
      <p:sp>
        <p:nvSpPr>
          <p:cNvPr id="30730" name="Rectangle 11">
            <a:extLst>
              <a:ext uri="{FF2B5EF4-FFF2-40B4-BE49-F238E27FC236}">
                <a16:creationId xmlns:a16="http://schemas.microsoft.com/office/drawing/2014/main" id="{0229AE5A-DD6B-9B72-D0F4-BC98B09DAA58}"/>
              </a:ext>
            </a:extLst>
          </p:cNvPr>
          <p:cNvSpPr>
            <a:spLocks noChangeArrowheads="1"/>
          </p:cNvSpPr>
          <p:nvPr/>
        </p:nvSpPr>
        <p:spPr bwMode="auto">
          <a:xfrm>
            <a:off x="228600" y="1447800"/>
            <a:ext cx="85344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r>
              <a:rPr lang="en-US" altLang="en-US" baseline="0"/>
              <a:t>The power we use at home has a frequency of </a:t>
            </a:r>
            <a:r>
              <a:rPr lang="en-US" altLang="en-US" baseline="0">
                <a:solidFill>
                  <a:schemeClr val="hlink"/>
                </a:solidFill>
              </a:rPr>
              <a:t>60 Hz</a:t>
            </a:r>
            <a:r>
              <a:rPr lang="en-US" altLang="en-US" baseline="0"/>
              <a:t>. The period of this sine wave can be determined as follows:</a:t>
            </a:r>
          </a:p>
        </p:txBody>
      </p:sp>
      <p:sp>
        <p:nvSpPr>
          <p:cNvPr id="30731" name="Text Box 12">
            <a:extLst>
              <a:ext uri="{FF2B5EF4-FFF2-40B4-BE49-F238E27FC236}">
                <a16:creationId xmlns:a16="http://schemas.microsoft.com/office/drawing/2014/main" id="{7BB624AA-7CD4-CB05-520A-9B54C27F0001}"/>
              </a:ext>
            </a:extLst>
          </p:cNvPr>
          <p:cNvSpPr txBox="1">
            <a:spLocks noChangeArrowheads="1"/>
          </p:cNvSpPr>
          <p:nvPr/>
        </p:nvSpPr>
        <p:spPr bwMode="auto">
          <a:xfrm>
            <a:off x="1143000" y="182563"/>
            <a:ext cx="22844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sz="3200" baseline="0">
                <a:solidFill>
                  <a:schemeClr val="hlink"/>
                </a:solidFill>
              </a:rPr>
              <a:t>Example 3.3</a:t>
            </a:r>
          </a:p>
        </p:txBody>
      </p:sp>
      <p:pic>
        <p:nvPicPr>
          <p:cNvPr id="30732" name="Picture 14">
            <a:extLst>
              <a:ext uri="{FF2B5EF4-FFF2-40B4-BE49-F238E27FC236}">
                <a16:creationId xmlns:a16="http://schemas.microsoft.com/office/drawing/2014/main" id="{E0DCEE6C-AF04-0393-FA6C-F5392CA279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8113" y="3073400"/>
            <a:ext cx="6327775" cy="711200"/>
          </a:xfrm>
          <a:prstGeom prst="rect">
            <a:avLst/>
          </a:prstGeom>
          <a:noFill/>
          <a:ln w="57150">
            <a:solidFill>
              <a:srgbClr val="3366FF"/>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1">
            <a:extLst>
              <a:ext uri="{FF2B5EF4-FFF2-40B4-BE49-F238E27FC236}">
                <a16:creationId xmlns:a16="http://schemas.microsoft.com/office/drawing/2014/main" id="{56BE21F0-D356-5372-8311-B0C83F7FC0C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sz="2000" i="0" baseline="0">
                <a:latin typeface="Arial" panose="020B0604020202020204" pitchFamily="34" charset="0"/>
              </a:rPr>
              <a:t>3.</a:t>
            </a:r>
            <a:fld id="{410B4AE3-1097-423E-B9CB-D5B60CD1940E}" type="slidenum">
              <a:rPr lang="en-US" altLang="en-US" sz="2000" i="0" baseline="0" smtClean="0">
                <a:latin typeface="Arial" panose="020B0604020202020204" pitchFamily="34" charset="0"/>
              </a:rPr>
              <a:pPr/>
              <a:t>14</a:t>
            </a:fld>
            <a:endParaRPr lang="en-US" altLang="en-US" sz="2000" i="0" baseline="0">
              <a:latin typeface="Arial" panose="020B0604020202020204" pitchFamily="34" charset="0"/>
            </a:endParaRPr>
          </a:p>
        </p:txBody>
      </p:sp>
      <p:sp>
        <p:nvSpPr>
          <p:cNvPr id="32771" name="Rectangle 2">
            <a:extLst>
              <a:ext uri="{FF2B5EF4-FFF2-40B4-BE49-F238E27FC236}">
                <a16:creationId xmlns:a16="http://schemas.microsoft.com/office/drawing/2014/main" id="{4B4CC30B-BEFD-E9A4-EAF1-18223DC99F95}"/>
              </a:ext>
            </a:extLst>
          </p:cNvPr>
          <p:cNvSpPr>
            <a:spLocks noChangeArrowheads="1"/>
          </p:cNvSpPr>
          <p:nvPr/>
        </p:nvSpPr>
        <p:spPr bwMode="ltGray">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32772" name="Rectangle 3">
            <a:extLst>
              <a:ext uri="{FF2B5EF4-FFF2-40B4-BE49-F238E27FC236}">
                <a16:creationId xmlns:a16="http://schemas.microsoft.com/office/drawing/2014/main" id="{6B7E21D0-9FE1-1569-6E9A-FF7AAA07DDEE}"/>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grpSp>
        <p:nvGrpSpPr>
          <p:cNvPr id="32773" name="Group 4">
            <a:extLst>
              <a:ext uri="{FF2B5EF4-FFF2-40B4-BE49-F238E27FC236}">
                <a16:creationId xmlns:a16="http://schemas.microsoft.com/office/drawing/2014/main" id="{ACD6C844-E45E-BC25-8BF4-39FA2B89E92A}"/>
              </a:ext>
            </a:extLst>
          </p:cNvPr>
          <p:cNvGrpSpPr>
            <a:grpSpLocks/>
          </p:cNvGrpSpPr>
          <p:nvPr/>
        </p:nvGrpSpPr>
        <p:grpSpPr bwMode="auto">
          <a:xfrm>
            <a:off x="490538" y="773113"/>
            <a:ext cx="738187" cy="474662"/>
            <a:chOff x="309" y="487"/>
            <a:chExt cx="465" cy="299"/>
          </a:xfrm>
        </p:grpSpPr>
        <p:sp>
          <p:nvSpPr>
            <p:cNvPr id="32782" name="Rectangle 5">
              <a:extLst>
                <a:ext uri="{FF2B5EF4-FFF2-40B4-BE49-F238E27FC236}">
                  <a16:creationId xmlns:a16="http://schemas.microsoft.com/office/drawing/2014/main" id="{5452B28F-FAFC-3BDA-B3D0-31157C5ABA0B}"/>
                </a:ext>
              </a:extLst>
            </p:cNvPr>
            <p:cNvSpPr>
              <a:spLocks noChangeArrowheads="1"/>
            </p:cNvSpPr>
            <p:nvPr/>
          </p:nvSpPr>
          <p:spPr bwMode="ltGray">
            <a:xfrm>
              <a:off x="309" y="487"/>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32783" name="Rectangle 6">
              <a:extLst>
                <a:ext uri="{FF2B5EF4-FFF2-40B4-BE49-F238E27FC236}">
                  <a16:creationId xmlns:a16="http://schemas.microsoft.com/office/drawing/2014/main" id="{FD701525-D1CA-4E9D-5C05-6425028BB817}"/>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grpSp>
      <p:sp>
        <p:nvSpPr>
          <p:cNvPr id="32774" name="Rectangle 7">
            <a:extLst>
              <a:ext uri="{FF2B5EF4-FFF2-40B4-BE49-F238E27FC236}">
                <a16:creationId xmlns:a16="http://schemas.microsoft.com/office/drawing/2014/main" id="{BD0735BE-DD31-F720-0F2F-E112100EB51A}"/>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32775" name="Rectangle 8">
            <a:extLst>
              <a:ext uri="{FF2B5EF4-FFF2-40B4-BE49-F238E27FC236}">
                <a16:creationId xmlns:a16="http://schemas.microsoft.com/office/drawing/2014/main" id="{7F8B525F-03B1-DE57-74FF-2EB813EB6E8E}"/>
              </a:ext>
            </a:extLst>
          </p:cNvPr>
          <p:cNvSpPr>
            <a:spLocks noChangeArrowheads="1"/>
          </p:cNvSpPr>
          <p:nvPr/>
        </p:nvSpPr>
        <p:spPr bwMode="gray">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32776" name="Rectangle 9">
            <a:extLst>
              <a:ext uri="{FF2B5EF4-FFF2-40B4-BE49-F238E27FC236}">
                <a16:creationId xmlns:a16="http://schemas.microsoft.com/office/drawing/2014/main" id="{89DC3B11-ED57-D01C-9657-1B05E7058441}"/>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32777" name="Rectangle 10">
            <a:extLst>
              <a:ext uri="{FF2B5EF4-FFF2-40B4-BE49-F238E27FC236}">
                <a16:creationId xmlns:a16="http://schemas.microsoft.com/office/drawing/2014/main" id="{48F896E7-B29C-5000-F9A3-ADE6CC4FDCB2}"/>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endParaRPr lang="en-US" altLang="en-US"/>
          </a:p>
        </p:txBody>
      </p:sp>
      <p:sp>
        <p:nvSpPr>
          <p:cNvPr id="32778" name="Rectangle 11">
            <a:extLst>
              <a:ext uri="{FF2B5EF4-FFF2-40B4-BE49-F238E27FC236}">
                <a16:creationId xmlns:a16="http://schemas.microsoft.com/office/drawing/2014/main" id="{A386DC2C-6739-965C-3EEA-782DFDE07C6E}"/>
              </a:ext>
            </a:extLst>
          </p:cNvPr>
          <p:cNvSpPr>
            <a:spLocks noChangeArrowheads="1"/>
          </p:cNvSpPr>
          <p:nvPr/>
        </p:nvSpPr>
        <p:spPr bwMode="auto">
          <a:xfrm>
            <a:off x="228600" y="1447800"/>
            <a:ext cx="85344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r>
              <a:rPr lang="en-US" altLang="en-US" baseline="0"/>
              <a:t>The period of a signal is 100 ms. What is its frequency in kilohertz?</a:t>
            </a:r>
          </a:p>
        </p:txBody>
      </p:sp>
      <p:sp>
        <p:nvSpPr>
          <p:cNvPr id="32779" name="Text Box 12">
            <a:extLst>
              <a:ext uri="{FF2B5EF4-FFF2-40B4-BE49-F238E27FC236}">
                <a16:creationId xmlns:a16="http://schemas.microsoft.com/office/drawing/2014/main" id="{FA91B0EC-5391-758F-3964-3E55A5BE98E6}"/>
              </a:ext>
            </a:extLst>
          </p:cNvPr>
          <p:cNvSpPr txBox="1">
            <a:spLocks noChangeArrowheads="1"/>
          </p:cNvSpPr>
          <p:nvPr/>
        </p:nvSpPr>
        <p:spPr bwMode="auto">
          <a:xfrm>
            <a:off x="1143000" y="182563"/>
            <a:ext cx="22844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sz="3200" baseline="0">
                <a:solidFill>
                  <a:schemeClr val="hlink"/>
                </a:solidFill>
              </a:rPr>
              <a:t>Example 3.5</a:t>
            </a:r>
          </a:p>
        </p:txBody>
      </p:sp>
      <p:sp>
        <p:nvSpPr>
          <p:cNvPr id="32780" name="Rectangle 15">
            <a:extLst>
              <a:ext uri="{FF2B5EF4-FFF2-40B4-BE49-F238E27FC236}">
                <a16:creationId xmlns:a16="http://schemas.microsoft.com/office/drawing/2014/main" id="{5BBF2A1E-8926-D573-F958-604876494E6B}"/>
              </a:ext>
            </a:extLst>
          </p:cNvPr>
          <p:cNvSpPr>
            <a:spLocks noChangeArrowheads="1"/>
          </p:cNvSpPr>
          <p:nvPr/>
        </p:nvSpPr>
        <p:spPr bwMode="auto">
          <a:xfrm>
            <a:off x="304800" y="2667000"/>
            <a:ext cx="85344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r>
              <a:rPr lang="en-US" altLang="en-US" baseline="0">
                <a:solidFill>
                  <a:schemeClr val="hlink"/>
                </a:solidFill>
              </a:rPr>
              <a:t>Solution</a:t>
            </a:r>
          </a:p>
          <a:p>
            <a:pPr algn="just"/>
            <a:r>
              <a:rPr lang="en-US" altLang="en-US" baseline="0"/>
              <a:t>First we change 100 ms to seconds, and then we calculate the frequency from the period (1 Hz = 10</a:t>
            </a:r>
            <a:r>
              <a:rPr lang="en-US" altLang="en-US" baseline="30000"/>
              <a:t>−3</a:t>
            </a:r>
            <a:r>
              <a:rPr lang="en-US" altLang="en-US" baseline="0"/>
              <a:t> kHz).</a:t>
            </a:r>
          </a:p>
        </p:txBody>
      </p:sp>
      <p:pic>
        <p:nvPicPr>
          <p:cNvPr id="32781" name="Picture 16">
            <a:extLst>
              <a:ext uri="{FF2B5EF4-FFF2-40B4-BE49-F238E27FC236}">
                <a16:creationId xmlns:a16="http://schemas.microsoft.com/office/drawing/2014/main" id="{A55D6FCE-72C9-CAA3-BBB8-0F019D93AB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5575" y="4778375"/>
            <a:ext cx="6291263" cy="1241425"/>
          </a:xfrm>
          <a:prstGeom prst="rect">
            <a:avLst/>
          </a:prstGeom>
          <a:noFill/>
          <a:ln w="57150">
            <a:solidFill>
              <a:srgbClr val="3366FF"/>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1">
            <a:extLst>
              <a:ext uri="{FF2B5EF4-FFF2-40B4-BE49-F238E27FC236}">
                <a16:creationId xmlns:a16="http://schemas.microsoft.com/office/drawing/2014/main" id="{5E38CEBC-17D4-3DA6-F9AF-D89C2AB749B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sz="2000" i="0" baseline="0">
                <a:latin typeface="Arial" panose="020B0604020202020204" pitchFamily="34" charset="0"/>
              </a:rPr>
              <a:t>3.</a:t>
            </a:r>
            <a:fld id="{AC0FBD93-3F09-4639-AF33-1E8CEE8A59E4}" type="slidenum">
              <a:rPr lang="en-US" altLang="en-US" sz="2000" i="0" baseline="0" smtClean="0">
                <a:latin typeface="Arial" panose="020B0604020202020204" pitchFamily="34" charset="0"/>
              </a:rPr>
              <a:pPr/>
              <a:t>15</a:t>
            </a:fld>
            <a:endParaRPr lang="en-US" altLang="en-US" sz="2000" i="0" baseline="0">
              <a:latin typeface="Arial" panose="020B0604020202020204" pitchFamily="34" charset="0"/>
            </a:endParaRPr>
          </a:p>
        </p:txBody>
      </p:sp>
      <p:sp>
        <p:nvSpPr>
          <p:cNvPr id="34819" name="Rectangle 2">
            <a:extLst>
              <a:ext uri="{FF2B5EF4-FFF2-40B4-BE49-F238E27FC236}">
                <a16:creationId xmlns:a16="http://schemas.microsoft.com/office/drawing/2014/main" id="{404B2E71-CC5F-00FD-DA62-86CC7AA5857B}"/>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34820" name="Rectangle 3">
            <a:extLst>
              <a:ext uri="{FF2B5EF4-FFF2-40B4-BE49-F238E27FC236}">
                <a16:creationId xmlns:a16="http://schemas.microsoft.com/office/drawing/2014/main" id="{E9014D75-AE8F-6F40-631F-8B770D2CF220}"/>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34821" name="Rectangle 4">
            <a:extLst>
              <a:ext uri="{FF2B5EF4-FFF2-40B4-BE49-F238E27FC236}">
                <a16:creationId xmlns:a16="http://schemas.microsoft.com/office/drawing/2014/main" id="{D68DAD33-0091-44C0-9B4A-ECF077FA9CA6}"/>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34822" name="Rectangle 5">
            <a:extLst>
              <a:ext uri="{FF2B5EF4-FFF2-40B4-BE49-F238E27FC236}">
                <a16:creationId xmlns:a16="http://schemas.microsoft.com/office/drawing/2014/main" id="{EB6D237A-C905-E88B-8766-E3589DC69630}"/>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34823" name="Rectangle 6">
            <a:extLst>
              <a:ext uri="{FF2B5EF4-FFF2-40B4-BE49-F238E27FC236}">
                <a16:creationId xmlns:a16="http://schemas.microsoft.com/office/drawing/2014/main" id="{3251B96A-DB3A-249B-A742-52CD9C2CE862}"/>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34824" name="Rectangle 7">
            <a:extLst>
              <a:ext uri="{FF2B5EF4-FFF2-40B4-BE49-F238E27FC236}">
                <a16:creationId xmlns:a16="http://schemas.microsoft.com/office/drawing/2014/main" id="{2E85E9F0-1C3D-60DD-88A8-9453AB5D37B1}"/>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34825" name="Rectangle 8">
            <a:extLst>
              <a:ext uri="{FF2B5EF4-FFF2-40B4-BE49-F238E27FC236}">
                <a16:creationId xmlns:a16="http://schemas.microsoft.com/office/drawing/2014/main" id="{2B89E89E-1DBB-E842-D0F8-FDCA35DC0CB2}"/>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34826" name="Line 9">
            <a:extLst>
              <a:ext uri="{FF2B5EF4-FFF2-40B4-BE49-F238E27FC236}">
                <a16:creationId xmlns:a16="http://schemas.microsoft.com/office/drawing/2014/main" id="{84A3E98A-8B1E-0E04-6935-4769C8C958BE}"/>
              </a:ext>
            </a:extLst>
          </p:cNvPr>
          <p:cNvSpPr>
            <a:spLocks noChangeShapeType="1"/>
          </p:cNvSpPr>
          <p:nvPr/>
        </p:nvSpPr>
        <p:spPr bwMode="auto">
          <a:xfrm>
            <a:off x="457200" y="1905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4827" name="Line 10">
            <a:extLst>
              <a:ext uri="{FF2B5EF4-FFF2-40B4-BE49-F238E27FC236}">
                <a16:creationId xmlns:a16="http://schemas.microsoft.com/office/drawing/2014/main" id="{50BD741E-5719-7545-332F-B46025F0B315}"/>
              </a:ext>
            </a:extLst>
          </p:cNvPr>
          <p:cNvSpPr>
            <a:spLocks noChangeShapeType="1"/>
          </p:cNvSpPr>
          <p:nvPr/>
        </p:nvSpPr>
        <p:spPr bwMode="auto">
          <a:xfrm>
            <a:off x="458788" y="6096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4828" name="Rectangle 11">
            <a:extLst>
              <a:ext uri="{FF2B5EF4-FFF2-40B4-BE49-F238E27FC236}">
                <a16:creationId xmlns:a16="http://schemas.microsoft.com/office/drawing/2014/main" id="{5524CFC8-BC51-A6AB-9760-FBD1A880F8F7}"/>
              </a:ext>
            </a:extLst>
          </p:cNvPr>
          <p:cNvSpPr>
            <a:spLocks noChangeArrowheads="1"/>
          </p:cNvSpPr>
          <p:nvPr/>
        </p:nvSpPr>
        <p:spPr bwMode="auto">
          <a:xfrm>
            <a:off x="495300" y="1997075"/>
            <a:ext cx="8077200" cy="3990975"/>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a:r>
              <a:rPr lang="en-US" altLang="en-US" sz="3200" i="0" baseline="0">
                <a:latin typeface="Arial" panose="020B0604020202020204" pitchFamily="34" charset="0"/>
              </a:rPr>
              <a:t>Frequency is the rate of change with respect to time. </a:t>
            </a:r>
            <a:br>
              <a:rPr lang="en-US" altLang="en-US" sz="3200" i="0" baseline="0">
                <a:latin typeface="Arial" panose="020B0604020202020204" pitchFamily="34" charset="0"/>
              </a:rPr>
            </a:br>
            <a:br>
              <a:rPr lang="en-US" altLang="en-US" sz="3200" i="0" baseline="0">
                <a:latin typeface="Arial" panose="020B0604020202020204" pitchFamily="34" charset="0"/>
              </a:rPr>
            </a:br>
            <a:r>
              <a:rPr lang="en-US" altLang="en-US" sz="3200" i="0" baseline="0">
                <a:latin typeface="Arial" panose="020B0604020202020204" pitchFamily="34" charset="0"/>
              </a:rPr>
              <a:t>Change in a short span of time</a:t>
            </a:r>
          </a:p>
          <a:p>
            <a:pPr algn="ctr"/>
            <a:r>
              <a:rPr lang="en-US" altLang="en-US" sz="3200" i="0" baseline="0">
                <a:latin typeface="Arial" panose="020B0604020202020204" pitchFamily="34" charset="0"/>
              </a:rPr>
              <a:t>means high frequency.</a:t>
            </a:r>
            <a:br>
              <a:rPr lang="en-US" altLang="en-US" sz="3200" i="0" baseline="0">
                <a:latin typeface="Arial" panose="020B0604020202020204" pitchFamily="34" charset="0"/>
              </a:rPr>
            </a:br>
            <a:r>
              <a:rPr lang="en-US" altLang="en-US" sz="3200" i="0" baseline="0">
                <a:latin typeface="Arial" panose="020B0604020202020204" pitchFamily="34" charset="0"/>
              </a:rPr>
              <a:t> </a:t>
            </a:r>
            <a:br>
              <a:rPr lang="en-US" altLang="en-US" sz="3200" i="0" baseline="0">
                <a:latin typeface="Arial" panose="020B0604020202020204" pitchFamily="34" charset="0"/>
              </a:rPr>
            </a:br>
            <a:r>
              <a:rPr lang="en-US" altLang="en-US" sz="3200" i="0" baseline="0">
                <a:latin typeface="Arial" panose="020B0604020202020204" pitchFamily="34" charset="0"/>
              </a:rPr>
              <a:t>Change over a long span of </a:t>
            </a:r>
            <a:br>
              <a:rPr lang="en-US" altLang="en-US" sz="3200" i="0" baseline="0">
                <a:latin typeface="Arial" panose="020B0604020202020204" pitchFamily="34" charset="0"/>
              </a:rPr>
            </a:br>
            <a:r>
              <a:rPr lang="en-US" altLang="en-US" sz="3200" i="0" baseline="0">
                <a:latin typeface="Arial" panose="020B0604020202020204" pitchFamily="34" charset="0"/>
              </a:rPr>
              <a:t>time means low frequency.</a:t>
            </a:r>
          </a:p>
        </p:txBody>
      </p:sp>
      <p:grpSp>
        <p:nvGrpSpPr>
          <p:cNvPr id="34829" name="Group 12">
            <a:extLst>
              <a:ext uri="{FF2B5EF4-FFF2-40B4-BE49-F238E27FC236}">
                <a16:creationId xmlns:a16="http://schemas.microsoft.com/office/drawing/2014/main" id="{571B834D-ED3B-0BD3-F0FE-3C4614866D3E}"/>
              </a:ext>
            </a:extLst>
          </p:cNvPr>
          <p:cNvGrpSpPr>
            <a:grpSpLocks/>
          </p:cNvGrpSpPr>
          <p:nvPr/>
        </p:nvGrpSpPr>
        <p:grpSpPr bwMode="auto">
          <a:xfrm>
            <a:off x="457200" y="1219200"/>
            <a:ext cx="1143000" cy="566738"/>
            <a:chOff x="1200" y="1248"/>
            <a:chExt cx="720" cy="357"/>
          </a:xfrm>
        </p:grpSpPr>
        <p:pic>
          <p:nvPicPr>
            <p:cNvPr id="34830" name="Picture 13">
              <a:extLst>
                <a:ext uri="{FF2B5EF4-FFF2-40B4-BE49-F238E27FC236}">
                  <a16:creationId xmlns:a16="http://schemas.microsoft.com/office/drawing/2014/main" id="{F2A6193C-460D-92CE-9AB2-0D342198F1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31" name="Text Box 14">
              <a:extLst>
                <a:ext uri="{FF2B5EF4-FFF2-40B4-BE49-F238E27FC236}">
                  <a16:creationId xmlns:a16="http://schemas.microsoft.com/office/drawing/2014/main" id="{76328C68-EA18-D805-413C-E671093B3087}"/>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baseline="0">
                  <a:solidFill>
                    <a:schemeClr val="hlink"/>
                  </a:solidFill>
                </a:rPr>
                <a:t>Note</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1">
            <a:extLst>
              <a:ext uri="{FF2B5EF4-FFF2-40B4-BE49-F238E27FC236}">
                <a16:creationId xmlns:a16="http://schemas.microsoft.com/office/drawing/2014/main" id="{0A4FFE02-FFB3-8E82-C873-FA72893E7FE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sz="2000" i="0" baseline="0">
                <a:latin typeface="Arial" panose="020B0604020202020204" pitchFamily="34" charset="0"/>
              </a:rPr>
              <a:t>3.</a:t>
            </a:r>
            <a:fld id="{B20E4B17-AEBB-48FD-A77C-C8E7D93951A2}" type="slidenum">
              <a:rPr lang="en-US" altLang="en-US" sz="2000" i="0" baseline="0" smtClean="0">
                <a:latin typeface="Arial" panose="020B0604020202020204" pitchFamily="34" charset="0"/>
              </a:rPr>
              <a:pPr/>
              <a:t>16</a:t>
            </a:fld>
            <a:endParaRPr lang="en-US" altLang="en-US" sz="2000" i="0" baseline="0">
              <a:latin typeface="Arial" panose="020B0604020202020204" pitchFamily="34" charset="0"/>
            </a:endParaRPr>
          </a:p>
        </p:txBody>
      </p:sp>
      <p:sp>
        <p:nvSpPr>
          <p:cNvPr id="36867" name="Rectangle 2">
            <a:extLst>
              <a:ext uri="{FF2B5EF4-FFF2-40B4-BE49-F238E27FC236}">
                <a16:creationId xmlns:a16="http://schemas.microsoft.com/office/drawing/2014/main" id="{C2367800-228A-B760-923B-670C1351CC92}"/>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36868" name="Rectangle 3">
            <a:extLst>
              <a:ext uri="{FF2B5EF4-FFF2-40B4-BE49-F238E27FC236}">
                <a16:creationId xmlns:a16="http://schemas.microsoft.com/office/drawing/2014/main" id="{2D6AF7E9-8415-5016-7453-11A901F7BFEE}"/>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36869" name="Rectangle 4">
            <a:extLst>
              <a:ext uri="{FF2B5EF4-FFF2-40B4-BE49-F238E27FC236}">
                <a16:creationId xmlns:a16="http://schemas.microsoft.com/office/drawing/2014/main" id="{5ADA5EC8-60CE-B94F-8F30-E31976E5C4FE}"/>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36870" name="Rectangle 5">
            <a:extLst>
              <a:ext uri="{FF2B5EF4-FFF2-40B4-BE49-F238E27FC236}">
                <a16:creationId xmlns:a16="http://schemas.microsoft.com/office/drawing/2014/main" id="{55419516-91FB-AF2D-52C9-37BEB0C89E73}"/>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36871" name="Rectangle 6">
            <a:extLst>
              <a:ext uri="{FF2B5EF4-FFF2-40B4-BE49-F238E27FC236}">
                <a16:creationId xmlns:a16="http://schemas.microsoft.com/office/drawing/2014/main" id="{8AA05109-7E18-94A5-C714-1235713E5D7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36872" name="Rectangle 7">
            <a:extLst>
              <a:ext uri="{FF2B5EF4-FFF2-40B4-BE49-F238E27FC236}">
                <a16:creationId xmlns:a16="http://schemas.microsoft.com/office/drawing/2014/main" id="{A2988076-B7CC-3ED8-7695-DB7A42CD7B1B}"/>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36873" name="Rectangle 8">
            <a:extLst>
              <a:ext uri="{FF2B5EF4-FFF2-40B4-BE49-F238E27FC236}">
                <a16:creationId xmlns:a16="http://schemas.microsoft.com/office/drawing/2014/main" id="{59FAE397-61D9-B87A-23B7-8BAE9010770C}"/>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36874" name="Line 9">
            <a:extLst>
              <a:ext uri="{FF2B5EF4-FFF2-40B4-BE49-F238E27FC236}">
                <a16:creationId xmlns:a16="http://schemas.microsoft.com/office/drawing/2014/main" id="{3A7D5E26-5A24-D190-B170-9431833CBAF4}"/>
              </a:ext>
            </a:extLst>
          </p:cNvPr>
          <p:cNvSpPr>
            <a:spLocks noChangeShapeType="1"/>
          </p:cNvSpPr>
          <p:nvPr/>
        </p:nvSpPr>
        <p:spPr bwMode="auto">
          <a:xfrm>
            <a:off x="457200" y="2700338"/>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5" name="Line 10">
            <a:extLst>
              <a:ext uri="{FF2B5EF4-FFF2-40B4-BE49-F238E27FC236}">
                <a16:creationId xmlns:a16="http://schemas.microsoft.com/office/drawing/2014/main" id="{68F15127-032A-AB18-862E-4AADF7968B35}"/>
              </a:ext>
            </a:extLst>
          </p:cNvPr>
          <p:cNvSpPr>
            <a:spLocks noChangeShapeType="1"/>
          </p:cNvSpPr>
          <p:nvPr/>
        </p:nvSpPr>
        <p:spPr bwMode="auto">
          <a:xfrm>
            <a:off x="458788" y="4910138"/>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6" name="Rectangle 11">
            <a:extLst>
              <a:ext uri="{FF2B5EF4-FFF2-40B4-BE49-F238E27FC236}">
                <a16:creationId xmlns:a16="http://schemas.microsoft.com/office/drawing/2014/main" id="{F1165064-4A54-926E-7A49-933AB97CC767}"/>
              </a:ext>
            </a:extLst>
          </p:cNvPr>
          <p:cNvSpPr>
            <a:spLocks noChangeArrowheads="1"/>
          </p:cNvSpPr>
          <p:nvPr/>
        </p:nvSpPr>
        <p:spPr bwMode="auto">
          <a:xfrm>
            <a:off x="495300" y="2792413"/>
            <a:ext cx="8077200" cy="2041525"/>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a:r>
              <a:rPr lang="en-US" altLang="en-US" sz="3200" i="0" baseline="0">
                <a:latin typeface="Arial" panose="020B0604020202020204" pitchFamily="34" charset="0"/>
              </a:rPr>
              <a:t>If a signal does not change at all, its frequency is zero.</a:t>
            </a:r>
          </a:p>
          <a:p>
            <a:pPr algn="ctr"/>
            <a:r>
              <a:rPr lang="en-US" altLang="en-US" sz="3200" i="0" baseline="0">
                <a:latin typeface="Arial" panose="020B0604020202020204" pitchFamily="34" charset="0"/>
              </a:rPr>
              <a:t>If a signal changes instantaneously, its frequency is infinite.</a:t>
            </a:r>
          </a:p>
        </p:txBody>
      </p:sp>
      <p:grpSp>
        <p:nvGrpSpPr>
          <p:cNvPr id="36877" name="Group 12">
            <a:extLst>
              <a:ext uri="{FF2B5EF4-FFF2-40B4-BE49-F238E27FC236}">
                <a16:creationId xmlns:a16="http://schemas.microsoft.com/office/drawing/2014/main" id="{850ABB54-6A72-81D6-AE23-5B7E5F21617A}"/>
              </a:ext>
            </a:extLst>
          </p:cNvPr>
          <p:cNvGrpSpPr>
            <a:grpSpLocks/>
          </p:cNvGrpSpPr>
          <p:nvPr/>
        </p:nvGrpSpPr>
        <p:grpSpPr bwMode="auto">
          <a:xfrm>
            <a:off x="457200" y="2057400"/>
            <a:ext cx="1143000" cy="566738"/>
            <a:chOff x="1200" y="1248"/>
            <a:chExt cx="720" cy="357"/>
          </a:xfrm>
        </p:grpSpPr>
        <p:pic>
          <p:nvPicPr>
            <p:cNvPr id="36878" name="Picture 13">
              <a:extLst>
                <a:ext uri="{FF2B5EF4-FFF2-40B4-BE49-F238E27FC236}">
                  <a16:creationId xmlns:a16="http://schemas.microsoft.com/office/drawing/2014/main" id="{5D7C4287-AAE1-FA54-03AC-F60B12FC74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9" name="Text Box 14">
              <a:extLst>
                <a:ext uri="{FF2B5EF4-FFF2-40B4-BE49-F238E27FC236}">
                  <a16:creationId xmlns:a16="http://schemas.microsoft.com/office/drawing/2014/main" id="{88C05AFF-813A-86B8-6FF7-D9F16307FC4A}"/>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baseline="0">
                  <a:solidFill>
                    <a:schemeClr val="hlink"/>
                  </a:solidFill>
                </a:rPr>
                <a:t>Note</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1">
            <a:extLst>
              <a:ext uri="{FF2B5EF4-FFF2-40B4-BE49-F238E27FC236}">
                <a16:creationId xmlns:a16="http://schemas.microsoft.com/office/drawing/2014/main" id="{6DF86E50-59CA-9C23-86BC-8E06D5AD018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sz="2000" i="0" baseline="0">
                <a:latin typeface="Arial" panose="020B0604020202020204" pitchFamily="34" charset="0"/>
              </a:rPr>
              <a:t>3.</a:t>
            </a:r>
            <a:fld id="{D53E7FB6-629F-4CCB-901C-71479645A2EB}" type="slidenum">
              <a:rPr lang="en-US" altLang="en-US" sz="2000" i="0" baseline="0" smtClean="0">
                <a:latin typeface="Arial" panose="020B0604020202020204" pitchFamily="34" charset="0"/>
              </a:rPr>
              <a:pPr/>
              <a:t>17</a:t>
            </a:fld>
            <a:endParaRPr lang="en-US" altLang="en-US" sz="2000" i="0" baseline="0">
              <a:latin typeface="Arial" panose="020B0604020202020204" pitchFamily="34" charset="0"/>
            </a:endParaRPr>
          </a:p>
        </p:txBody>
      </p:sp>
      <p:sp>
        <p:nvSpPr>
          <p:cNvPr id="38915" name="Rectangle 2">
            <a:extLst>
              <a:ext uri="{FF2B5EF4-FFF2-40B4-BE49-F238E27FC236}">
                <a16:creationId xmlns:a16="http://schemas.microsoft.com/office/drawing/2014/main" id="{3730FD38-E8C1-F99E-09D1-CA47CC343524}"/>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38916" name="Rectangle 3">
            <a:extLst>
              <a:ext uri="{FF2B5EF4-FFF2-40B4-BE49-F238E27FC236}">
                <a16:creationId xmlns:a16="http://schemas.microsoft.com/office/drawing/2014/main" id="{76B7EA29-8B18-9C90-B753-AB71011D7BE3}"/>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38917" name="Rectangle 4">
            <a:extLst>
              <a:ext uri="{FF2B5EF4-FFF2-40B4-BE49-F238E27FC236}">
                <a16:creationId xmlns:a16="http://schemas.microsoft.com/office/drawing/2014/main" id="{16CEFFE9-EE2E-065A-5FE4-9B90CB3D8853}"/>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38918" name="Rectangle 5">
            <a:extLst>
              <a:ext uri="{FF2B5EF4-FFF2-40B4-BE49-F238E27FC236}">
                <a16:creationId xmlns:a16="http://schemas.microsoft.com/office/drawing/2014/main" id="{C26D1925-8866-C3B0-17BD-AC05886B0CDA}"/>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38919" name="Rectangle 6">
            <a:extLst>
              <a:ext uri="{FF2B5EF4-FFF2-40B4-BE49-F238E27FC236}">
                <a16:creationId xmlns:a16="http://schemas.microsoft.com/office/drawing/2014/main" id="{0F770383-00E7-F083-89FC-C026A6A1A240}"/>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38920" name="Rectangle 7">
            <a:extLst>
              <a:ext uri="{FF2B5EF4-FFF2-40B4-BE49-F238E27FC236}">
                <a16:creationId xmlns:a16="http://schemas.microsoft.com/office/drawing/2014/main" id="{3D26AA58-1E72-CA0F-B0DC-335F71C578A6}"/>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38921" name="Rectangle 8">
            <a:extLst>
              <a:ext uri="{FF2B5EF4-FFF2-40B4-BE49-F238E27FC236}">
                <a16:creationId xmlns:a16="http://schemas.microsoft.com/office/drawing/2014/main" id="{7D3AC572-602E-19C4-8970-644AEF19B192}"/>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38922" name="Line 9">
            <a:extLst>
              <a:ext uri="{FF2B5EF4-FFF2-40B4-BE49-F238E27FC236}">
                <a16:creationId xmlns:a16="http://schemas.microsoft.com/office/drawing/2014/main" id="{9073D7F2-9005-6BB2-586F-99C59ED4E259}"/>
              </a:ext>
            </a:extLst>
          </p:cNvPr>
          <p:cNvSpPr>
            <a:spLocks noChangeShapeType="1"/>
          </p:cNvSpPr>
          <p:nvPr/>
        </p:nvSpPr>
        <p:spPr bwMode="auto">
          <a:xfrm>
            <a:off x="457200" y="2971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8923" name="Line 10">
            <a:extLst>
              <a:ext uri="{FF2B5EF4-FFF2-40B4-BE49-F238E27FC236}">
                <a16:creationId xmlns:a16="http://schemas.microsoft.com/office/drawing/2014/main" id="{1D8E9001-5309-7651-2035-91AEB234399F}"/>
              </a:ext>
            </a:extLst>
          </p:cNvPr>
          <p:cNvSpPr>
            <a:spLocks noChangeShapeType="1"/>
          </p:cNvSpPr>
          <p:nvPr/>
        </p:nvSpPr>
        <p:spPr bwMode="auto">
          <a:xfrm>
            <a:off x="458788" y="4191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8924" name="Rectangle 11">
            <a:extLst>
              <a:ext uri="{FF2B5EF4-FFF2-40B4-BE49-F238E27FC236}">
                <a16:creationId xmlns:a16="http://schemas.microsoft.com/office/drawing/2014/main" id="{BCA8A3D4-EC04-15E2-F525-0111FAFFE9A4}"/>
              </a:ext>
            </a:extLst>
          </p:cNvPr>
          <p:cNvSpPr>
            <a:spLocks noChangeArrowheads="1"/>
          </p:cNvSpPr>
          <p:nvPr/>
        </p:nvSpPr>
        <p:spPr bwMode="auto">
          <a:xfrm>
            <a:off x="495300" y="3063875"/>
            <a:ext cx="8077200" cy="1066800"/>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a:r>
              <a:rPr lang="en-US" altLang="en-US" sz="3200" i="0" baseline="0">
                <a:latin typeface="Arial" panose="020B0604020202020204" pitchFamily="34" charset="0"/>
              </a:rPr>
              <a:t>Phase describes the position of the waveform  relative to time 0.</a:t>
            </a:r>
          </a:p>
        </p:txBody>
      </p:sp>
      <p:grpSp>
        <p:nvGrpSpPr>
          <p:cNvPr id="38925" name="Group 12">
            <a:extLst>
              <a:ext uri="{FF2B5EF4-FFF2-40B4-BE49-F238E27FC236}">
                <a16:creationId xmlns:a16="http://schemas.microsoft.com/office/drawing/2014/main" id="{2C840C66-69B9-30FB-B38B-AE997A6266CF}"/>
              </a:ext>
            </a:extLst>
          </p:cNvPr>
          <p:cNvGrpSpPr>
            <a:grpSpLocks/>
          </p:cNvGrpSpPr>
          <p:nvPr/>
        </p:nvGrpSpPr>
        <p:grpSpPr bwMode="auto">
          <a:xfrm>
            <a:off x="457200" y="2286000"/>
            <a:ext cx="1143000" cy="566738"/>
            <a:chOff x="1200" y="1248"/>
            <a:chExt cx="720" cy="357"/>
          </a:xfrm>
        </p:grpSpPr>
        <p:pic>
          <p:nvPicPr>
            <p:cNvPr id="38926" name="Picture 13">
              <a:extLst>
                <a:ext uri="{FF2B5EF4-FFF2-40B4-BE49-F238E27FC236}">
                  <a16:creationId xmlns:a16="http://schemas.microsoft.com/office/drawing/2014/main" id="{DF451FD6-036B-C381-BE2E-181D8C38FA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27" name="Text Box 14">
              <a:extLst>
                <a:ext uri="{FF2B5EF4-FFF2-40B4-BE49-F238E27FC236}">
                  <a16:creationId xmlns:a16="http://schemas.microsoft.com/office/drawing/2014/main" id="{ED66E6F5-A417-95ED-E789-597936372168}"/>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baseline="0">
                  <a:solidFill>
                    <a:schemeClr val="hlink"/>
                  </a:solidFill>
                </a:rPr>
                <a:t>Note</a:t>
              </a: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1">
            <a:extLst>
              <a:ext uri="{FF2B5EF4-FFF2-40B4-BE49-F238E27FC236}">
                <a16:creationId xmlns:a16="http://schemas.microsoft.com/office/drawing/2014/main" id="{970535DE-0950-7754-CE81-95887B0A0EA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sz="2000" i="0" baseline="0">
                <a:latin typeface="Arial" panose="020B0604020202020204" pitchFamily="34" charset="0"/>
              </a:rPr>
              <a:t>3.</a:t>
            </a:r>
            <a:fld id="{0DAA4C2E-1D80-497C-8A62-BCFD051BECF1}" type="slidenum">
              <a:rPr lang="en-US" altLang="en-US" sz="2000" i="0" baseline="0" smtClean="0">
                <a:latin typeface="Arial" panose="020B0604020202020204" pitchFamily="34" charset="0"/>
              </a:rPr>
              <a:pPr/>
              <a:t>18</a:t>
            </a:fld>
            <a:endParaRPr lang="en-US" altLang="en-US" sz="2000" i="0" baseline="0">
              <a:latin typeface="Arial" panose="020B0604020202020204" pitchFamily="34" charset="0"/>
            </a:endParaRPr>
          </a:p>
        </p:txBody>
      </p:sp>
      <p:sp>
        <p:nvSpPr>
          <p:cNvPr id="40963" name="Line 2">
            <a:extLst>
              <a:ext uri="{FF2B5EF4-FFF2-40B4-BE49-F238E27FC236}">
                <a16:creationId xmlns:a16="http://schemas.microsoft.com/office/drawing/2014/main" id="{52494AFE-5FFD-2A4D-BC0C-DD79CBCDB45C}"/>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0964" name="Line 3">
            <a:extLst>
              <a:ext uri="{FF2B5EF4-FFF2-40B4-BE49-F238E27FC236}">
                <a16:creationId xmlns:a16="http://schemas.microsoft.com/office/drawing/2014/main" id="{D1D25F75-6E47-40A1-0808-15F3F9102112}"/>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0965" name="Text Box 4">
            <a:extLst>
              <a:ext uri="{FF2B5EF4-FFF2-40B4-BE49-F238E27FC236}">
                <a16:creationId xmlns:a16="http://schemas.microsoft.com/office/drawing/2014/main" id="{A95E422D-2B49-02DE-E00C-E8E5FD6FCF2C}"/>
              </a:ext>
            </a:extLst>
          </p:cNvPr>
          <p:cNvSpPr txBox="1">
            <a:spLocks noChangeArrowheads="1"/>
          </p:cNvSpPr>
          <p:nvPr/>
        </p:nvSpPr>
        <p:spPr bwMode="auto">
          <a:xfrm>
            <a:off x="304800" y="152400"/>
            <a:ext cx="768032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sz="2400" i="0" baseline="0">
                <a:solidFill>
                  <a:schemeClr val="folHlink"/>
                </a:solidFill>
              </a:rPr>
              <a:t>Figure 3.5  </a:t>
            </a:r>
            <a:r>
              <a:rPr lang="en-US" altLang="en-US" sz="2000" baseline="0"/>
              <a:t>Three sine waves with the same amplitude and frequency,</a:t>
            </a:r>
            <a:br>
              <a:rPr lang="en-US" altLang="en-US" sz="2000" baseline="0"/>
            </a:br>
            <a:r>
              <a:rPr lang="en-US" altLang="en-US" sz="2000" baseline="0"/>
              <a:t>                        but different phases</a:t>
            </a:r>
          </a:p>
        </p:txBody>
      </p:sp>
      <p:sp>
        <p:nvSpPr>
          <p:cNvPr id="40966" name="Line 5">
            <a:extLst>
              <a:ext uri="{FF2B5EF4-FFF2-40B4-BE49-F238E27FC236}">
                <a16:creationId xmlns:a16="http://schemas.microsoft.com/office/drawing/2014/main" id="{E33A9C1F-0088-F9B7-9B06-2B764FC72A3A}"/>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pic>
        <p:nvPicPr>
          <p:cNvPr id="40967" name="Picture 6">
            <a:extLst>
              <a:ext uri="{FF2B5EF4-FFF2-40B4-BE49-F238E27FC236}">
                <a16:creationId xmlns:a16="http://schemas.microsoft.com/office/drawing/2014/main" id="{45FC4B07-F53B-8B8B-DDD7-B94D912171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1143000"/>
            <a:ext cx="5110163" cy="496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1">
            <a:extLst>
              <a:ext uri="{FF2B5EF4-FFF2-40B4-BE49-F238E27FC236}">
                <a16:creationId xmlns:a16="http://schemas.microsoft.com/office/drawing/2014/main" id="{57BBDD1F-AC61-8589-B795-AE08CE6FC48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sz="2000" i="0" baseline="0">
                <a:latin typeface="Arial" panose="020B0604020202020204" pitchFamily="34" charset="0"/>
              </a:rPr>
              <a:t>3.</a:t>
            </a:r>
            <a:fld id="{BD038435-1DC6-4E16-AB4A-24BA7EE18C89}" type="slidenum">
              <a:rPr lang="en-US" altLang="en-US" sz="2000" i="0" baseline="0" smtClean="0">
                <a:latin typeface="Arial" panose="020B0604020202020204" pitchFamily="34" charset="0"/>
              </a:rPr>
              <a:pPr/>
              <a:t>19</a:t>
            </a:fld>
            <a:endParaRPr lang="en-US" altLang="en-US" sz="2000" i="0" baseline="0">
              <a:latin typeface="Arial" panose="020B0604020202020204" pitchFamily="34" charset="0"/>
            </a:endParaRPr>
          </a:p>
        </p:txBody>
      </p:sp>
      <p:sp>
        <p:nvSpPr>
          <p:cNvPr id="43011" name="Rectangle 2">
            <a:extLst>
              <a:ext uri="{FF2B5EF4-FFF2-40B4-BE49-F238E27FC236}">
                <a16:creationId xmlns:a16="http://schemas.microsoft.com/office/drawing/2014/main" id="{AAA7DD5B-4474-5BEA-C90B-3BEB176B57DC}"/>
              </a:ext>
            </a:extLst>
          </p:cNvPr>
          <p:cNvSpPr>
            <a:spLocks noChangeArrowheads="1"/>
          </p:cNvSpPr>
          <p:nvPr/>
        </p:nvSpPr>
        <p:spPr bwMode="ltGray">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43012" name="Rectangle 3">
            <a:extLst>
              <a:ext uri="{FF2B5EF4-FFF2-40B4-BE49-F238E27FC236}">
                <a16:creationId xmlns:a16="http://schemas.microsoft.com/office/drawing/2014/main" id="{5FE29987-269C-72A5-0061-676FB8B32D79}"/>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grpSp>
        <p:nvGrpSpPr>
          <p:cNvPr id="43013" name="Group 4">
            <a:extLst>
              <a:ext uri="{FF2B5EF4-FFF2-40B4-BE49-F238E27FC236}">
                <a16:creationId xmlns:a16="http://schemas.microsoft.com/office/drawing/2014/main" id="{A994F8C4-F98E-D8E9-1688-4B522A2D9C63}"/>
              </a:ext>
            </a:extLst>
          </p:cNvPr>
          <p:cNvGrpSpPr>
            <a:grpSpLocks/>
          </p:cNvGrpSpPr>
          <p:nvPr/>
        </p:nvGrpSpPr>
        <p:grpSpPr bwMode="auto">
          <a:xfrm>
            <a:off x="490538" y="773113"/>
            <a:ext cx="738187" cy="474662"/>
            <a:chOff x="309" y="487"/>
            <a:chExt cx="465" cy="299"/>
          </a:xfrm>
        </p:grpSpPr>
        <p:sp>
          <p:nvSpPr>
            <p:cNvPr id="43022" name="Rectangle 5">
              <a:extLst>
                <a:ext uri="{FF2B5EF4-FFF2-40B4-BE49-F238E27FC236}">
                  <a16:creationId xmlns:a16="http://schemas.microsoft.com/office/drawing/2014/main" id="{BACA3A91-C4BF-25B3-9408-018CEFBBEF10}"/>
                </a:ext>
              </a:extLst>
            </p:cNvPr>
            <p:cNvSpPr>
              <a:spLocks noChangeArrowheads="1"/>
            </p:cNvSpPr>
            <p:nvPr/>
          </p:nvSpPr>
          <p:spPr bwMode="ltGray">
            <a:xfrm>
              <a:off x="309" y="487"/>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43023" name="Rectangle 6">
              <a:extLst>
                <a:ext uri="{FF2B5EF4-FFF2-40B4-BE49-F238E27FC236}">
                  <a16:creationId xmlns:a16="http://schemas.microsoft.com/office/drawing/2014/main" id="{E567A4D0-F93B-AE3F-ADF5-E93287638489}"/>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grpSp>
      <p:sp>
        <p:nvSpPr>
          <p:cNvPr id="43014" name="Rectangle 7">
            <a:extLst>
              <a:ext uri="{FF2B5EF4-FFF2-40B4-BE49-F238E27FC236}">
                <a16:creationId xmlns:a16="http://schemas.microsoft.com/office/drawing/2014/main" id="{4A01056B-D8FA-5816-6FED-4C851528C313}"/>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43015" name="Rectangle 8">
            <a:extLst>
              <a:ext uri="{FF2B5EF4-FFF2-40B4-BE49-F238E27FC236}">
                <a16:creationId xmlns:a16="http://schemas.microsoft.com/office/drawing/2014/main" id="{E25FA685-6465-011B-28E8-D426481D205E}"/>
              </a:ext>
            </a:extLst>
          </p:cNvPr>
          <p:cNvSpPr>
            <a:spLocks noChangeArrowheads="1"/>
          </p:cNvSpPr>
          <p:nvPr/>
        </p:nvSpPr>
        <p:spPr bwMode="gray">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43016" name="Rectangle 9">
            <a:extLst>
              <a:ext uri="{FF2B5EF4-FFF2-40B4-BE49-F238E27FC236}">
                <a16:creationId xmlns:a16="http://schemas.microsoft.com/office/drawing/2014/main" id="{AB28DA15-F55B-1631-9685-F94770DFBA14}"/>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43017" name="Rectangle 10">
            <a:extLst>
              <a:ext uri="{FF2B5EF4-FFF2-40B4-BE49-F238E27FC236}">
                <a16:creationId xmlns:a16="http://schemas.microsoft.com/office/drawing/2014/main" id="{8EEBABBB-8A2E-2793-BB24-6AE79B62F6A5}"/>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endParaRPr lang="en-US" altLang="en-US"/>
          </a:p>
        </p:txBody>
      </p:sp>
      <p:sp>
        <p:nvSpPr>
          <p:cNvPr id="43018" name="Rectangle 11">
            <a:extLst>
              <a:ext uri="{FF2B5EF4-FFF2-40B4-BE49-F238E27FC236}">
                <a16:creationId xmlns:a16="http://schemas.microsoft.com/office/drawing/2014/main" id="{EF7D8500-870D-1A4A-2D6A-41F9E43F2E49}"/>
              </a:ext>
            </a:extLst>
          </p:cNvPr>
          <p:cNvSpPr>
            <a:spLocks noChangeArrowheads="1"/>
          </p:cNvSpPr>
          <p:nvPr/>
        </p:nvSpPr>
        <p:spPr bwMode="auto">
          <a:xfrm>
            <a:off x="228600" y="1447800"/>
            <a:ext cx="85344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r>
              <a:rPr lang="en-US" altLang="en-US" baseline="0"/>
              <a:t>A sine wave is offset 1/6 cycle with respect to time 0. What is its phase in degrees and radians?</a:t>
            </a:r>
          </a:p>
        </p:txBody>
      </p:sp>
      <p:sp>
        <p:nvSpPr>
          <p:cNvPr id="43019" name="Text Box 12">
            <a:extLst>
              <a:ext uri="{FF2B5EF4-FFF2-40B4-BE49-F238E27FC236}">
                <a16:creationId xmlns:a16="http://schemas.microsoft.com/office/drawing/2014/main" id="{25691629-EB8D-7BD8-7D20-17949F803DED}"/>
              </a:ext>
            </a:extLst>
          </p:cNvPr>
          <p:cNvSpPr txBox="1">
            <a:spLocks noChangeArrowheads="1"/>
          </p:cNvSpPr>
          <p:nvPr/>
        </p:nvSpPr>
        <p:spPr bwMode="auto">
          <a:xfrm>
            <a:off x="1143000" y="182563"/>
            <a:ext cx="22844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sz="3200" baseline="0">
                <a:solidFill>
                  <a:schemeClr val="hlink"/>
                </a:solidFill>
              </a:rPr>
              <a:t>Example 3.6</a:t>
            </a:r>
          </a:p>
        </p:txBody>
      </p:sp>
      <p:sp>
        <p:nvSpPr>
          <p:cNvPr id="43020" name="Rectangle 14">
            <a:extLst>
              <a:ext uri="{FF2B5EF4-FFF2-40B4-BE49-F238E27FC236}">
                <a16:creationId xmlns:a16="http://schemas.microsoft.com/office/drawing/2014/main" id="{4A17525E-C768-E0FD-A6E8-F239243A1021}"/>
              </a:ext>
            </a:extLst>
          </p:cNvPr>
          <p:cNvSpPr>
            <a:spLocks noChangeArrowheads="1"/>
          </p:cNvSpPr>
          <p:nvPr/>
        </p:nvSpPr>
        <p:spPr bwMode="auto">
          <a:xfrm>
            <a:off x="304800" y="2971800"/>
            <a:ext cx="85344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r>
              <a:rPr lang="en-US" altLang="en-US" baseline="0">
                <a:solidFill>
                  <a:schemeClr val="hlink"/>
                </a:solidFill>
              </a:rPr>
              <a:t>Solution</a:t>
            </a:r>
          </a:p>
          <a:p>
            <a:pPr algn="just"/>
            <a:r>
              <a:rPr lang="en-US" altLang="en-US" baseline="0"/>
              <a:t>We know that 1 complete cycle is 360°. Therefore, 1/6 cycle is</a:t>
            </a:r>
          </a:p>
        </p:txBody>
      </p:sp>
      <p:pic>
        <p:nvPicPr>
          <p:cNvPr id="43021" name="Picture 15">
            <a:extLst>
              <a:ext uri="{FF2B5EF4-FFF2-40B4-BE49-F238E27FC236}">
                <a16:creationId xmlns:a16="http://schemas.microsoft.com/office/drawing/2014/main" id="{DBB12EC9-08A4-F770-284E-3755A09561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8475" y="4560888"/>
            <a:ext cx="5607050" cy="620712"/>
          </a:xfrm>
          <a:prstGeom prst="rect">
            <a:avLst/>
          </a:prstGeom>
          <a:solidFill>
            <a:srgbClr val="3366FF"/>
          </a:solidFill>
          <a:ln w="57150">
            <a:solidFill>
              <a:srgbClr val="3366FF"/>
            </a:solid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1">
            <a:extLst>
              <a:ext uri="{FF2B5EF4-FFF2-40B4-BE49-F238E27FC236}">
                <a16:creationId xmlns:a16="http://schemas.microsoft.com/office/drawing/2014/main" id="{808800D9-FA53-C783-09E2-DCCD7AB5453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sz="2000" i="0" baseline="0">
                <a:latin typeface="Arial" panose="020B0604020202020204" pitchFamily="34" charset="0"/>
              </a:rPr>
              <a:t>3.</a:t>
            </a:r>
            <a:fld id="{00B8F97E-ABF3-49AE-9645-672612A562A5}" type="slidenum">
              <a:rPr lang="en-US" altLang="en-US" sz="2000" i="0" baseline="0" smtClean="0">
                <a:latin typeface="Arial" panose="020B0604020202020204" pitchFamily="34" charset="0"/>
              </a:rPr>
              <a:pPr/>
              <a:t>20</a:t>
            </a:fld>
            <a:endParaRPr lang="en-US" altLang="en-US" sz="2000" i="0" baseline="0">
              <a:latin typeface="Arial" panose="020B0604020202020204" pitchFamily="34" charset="0"/>
            </a:endParaRPr>
          </a:p>
        </p:txBody>
      </p:sp>
      <p:sp>
        <p:nvSpPr>
          <p:cNvPr id="45059" name="Line 2">
            <a:extLst>
              <a:ext uri="{FF2B5EF4-FFF2-40B4-BE49-F238E27FC236}">
                <a16:creationId xmlns:a16="http://schemas.microsoft.com/office/drawing/2014/main" id="{D2ACED94-AAF4-D0CF-BB46-A3D0A0B8850D}"/>
              </a:ext>
            </a:extLst>
          </p:cNvPr>
          <p:cNvSpPr>
            <a:spLocks noChangeShapeType="1"/>
          </p:cNvSpPr>
          <p:nvPr/>
        </p:nvSpPr>
        <p:spPr bwMode="auto">
          <a:xfrm>
            <a:off x="152400" y="228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5060" name="Line 3">
            <a:extLst>
              <a:ext uri="{FF2B5EF4-FFF2-40B4-BE49-F238E27FC236}">
                <a16:creationId xmlns:a16="http://schemas.microsoft.com/office/drawing/2014/main" id="{6BE0E55F-E5FF-A37A-CC48-74CD506E430B}"/>
              </a:ext>
            </a:extLst>
          </p:cNvPr>
          <p:cNvSpPr>
            <a:spLocks noChangeShapeType="1"/>
          </p:cNvSpPr>
          <p:nvPr/>
        </p:nvSpPr>
        <p:spPr bwMode="auto">
          <a:xfrm>
            <a:off x="152400" y="10668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5061" name="Text Box 4">
            <a:extLst>
              <a:ext uri="{FF2B5EF4-FFF2-40B4-BE49-F238E27FC236}">
                <a16:creationId xmlns:a16="http://schemas.microsoft.com/office/drawing/2014/main" id="{35C9543C-8865-7826-CA77-31DE22E68F9A}"/>
              </a:ext>
            </a:extLst>
          </p:cNvPr>
          <p:cNvSpPr txBox="1">
            <a:spLocks noChangeArrowheads="1"/>
          </p:cNvSpPr>
          <p:nvPr/>
        </p:nvSpPr>
        <p:spPr bwMode="auto">
          <a:xfrm>
            <a:off x="304800" y="457200"/>
            <a:ext cx="7981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sz="2400" i="0" baseline="0">
                <a:solidFill>
                  <a:schemeClr val="folHlink"/>
                </a:solidFill>
              </a:rPr>
              <a:t>Figure 3.7  </a:t>
            </a:r>
            <a:r>
              <a:rPr lang="en-US" altLang="en-US" sz="2000" baseline="0"/>
              <a:t>The time-domain and frequency-domain plots of a sine wave</a:t>
            </a:r>
          </a:p>
        </p:txBody>
      </p:sp>
      <p:sp>
        <p:nvSpPr>
          <p:cNvPr id="45062" name="Line 5">
            <a:extLst>
              <a:ext uri="{FF2B5EF4-FFF2-40B4-BE49-F238E27FC236}">
                <a16:creationId xmlns:a16="http://schemas.microsoft.com/office/drawing/2014/main" id="{26C49615-A028-3D0F-A4AA-7B5414BE7E20}"/>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pic>
        <p:nvPicPr>
          <p:cNvPr id="45063" name="Picture 6">
            <a:extLst>
              <a:ext uri="{FF2B5EF4-FFF2-40B4-BE49-F238E27FC236}">
                <a16:creationId xmlns:a16="http://schemas.microsoft.com/office/drawing/2014/main" id="{4FCDA00B-5E7D-6838-FCD7-FAABEF2BB3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8375" y="1447800"/>
            <a:ext cx="7056438" cy="461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1">
            <a:extLst>
              <a:ext uri="{FF2B5EF4-FFF2-40B4-BE49-F238E27FC236}">
                <a16:creationId xmlns:a16="http://schemas.microsoft.com/office/drawing/2014/main" id="{B162AFF1-82FA-6C95-800B-21936329A38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sz="2000" i="0" baseline="0">
                <a:latin typeface="Arial" panose="020B0604020202020204" pitchFamily="34" charset="0"/>
              </a:rPr>
              <a:t>3.</a:t>
            </a:r>
            <a:fld id="{FAD42851-158E-4213-9125-C599DA9C14EE}" type="slidenum">
              <a:rPr lang="en-US" altLang="en-US" sz="2000" i="0" baseline="0" smtClean="0">
                <a:latin typeface="Arial" panose="020B0604020202020204" pitchFamily="34" charset="0"/>
              </a:rPr>
              <a:pPr/>
              <a:t>21</a:t>
            </a:fld>
            <a:endParaRPr lang="en-US" altLang="en-US" sz="2000" i="0" baseline="0">
              <a:latin typeface="Arial" panose="020B0604020202020204" pitchFamily="34" charset="0"/>
            </a:endParaRPr>
          </a:p>
        </p:txBody>
      </p:sp>
      <p:sp>
        <p:nvSpPr>
          <p:cNvPr id="47107" name="Rectangle 2">
            <a:extLst>
              <a:ext uri="{FF2B5EF4-FFF2-40B4-BE49-F238E27FC236}">
                <a16:creationId xmlns:a16="http://schemas.microsoft.com/office/drawing/2014/main" id="{4C365616-726A-8348-303A-F4BB57770677}"/>
              </a:ext>
            </a:extLst>
          </p:cNvPr>
          <p:cNvSpPr>
            <a:spLocks noChangeArrowheads="1"/>
          </p:cNvSpPr>
          <p:nvPr/>
        </p:nvSpPr>
        <p:spPr bwMode="ltGray">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47108" name="Rectangle 3">
            <a:extLst>
              <a:ext uri="{FF2B5EF4-FFF2-40B4-BE49-F238E27FC236}">
                <a16:creationId xmlns:a16="http://schemas.microsoft.com/office/drawing/2014/main" id="{ED41A353-5384-F8D5-E535-B40F4ECEBE67}"/>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grpSp>
        <p:nvGrpSpPr>
          <p:cNvPr id="47109" name="Group 4">
            <a:extLst>
              <a:ext uri="{FF2B5EF4-FFF2-40B4-BE49-F238E27FC236}">
                <a16:creationId xmlns:a16="http://schemas.microsoft.com/office/drawing/2014/main" id="{2F0CA051-D3CB-1A1B-BA43-1FDEA0B8D963}"/>
              </a:ext>
            </a:extLst>
          </p:cNvPr>
          <p:cNvGrpSpPr>
            <a:grpSpLocks/>
          </p:cNvGrpSpPr>
          <p:nvPr/>
        </p:nvGrpSpPr>
        <p:grpSpPr bwMode="auto">
          <a:xfrm>
            <a:off x="490538" y="773113"/>
            <a:ext cx="738187" cy="474662"/>
            <a:chOff x="309" y="487"/>
            <a:chExt cx="465" cy="299"/>
          </a:xfrm>
        </p:grpSpPr>
        <p:sp>
          <p:nvSpPr>
            <p:cNvPr id="47116" name="Rectangle 5">
              <a:extLst>
                <a:ext uri="{FF2B5EF4-FFF2-40B4-BE49-F238E27FC236}">
                  <a16:creationId xmlns:a16="http://schemas.microsoft.com/office/drawing/2014/main" id="{862C5BDD-EBB2-7ABF-29F2-E2DC70A2EC54}"/>
                </a:ext>
              </a:extLst>
            </p:cNvPr>
            <p:cNvSpPr>
              <a:spLocks noChangeArrowheads="1"/>
            </p:cNvSpPr>
            <p:nvPr/>
          </p:nvSpPr>
          <p:spPr bwMode="ltGray">
            <a:xfrm>
              <a:off x="309" y="487"/>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47117" name="Rectangle 6">
              <a:extLst>
                <a:ext uri="{FF2B5EF4-FFF2-40B4-BE49-F238E27FC236}">
                  <a16:creationId xmlns:a16="http://schemas.microsoft.com/office/drawing/2014/main" id="{B1A13CE3-2F23-CA47-A527-902F24FAE523}"/>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grpSp>
      <p:sp>
        <p:nvSpPr>
          <p:cNvPr id="47110" name="Rectangle 7">
            <a:extLst>
              <a:ext uri="{FF2B5EF4-FFF2-40B4-BE49-F238E27FC236}">
                <a16:creationId xmlns:a16="http://schemas.microsoft.com/office/drawing/2014/main" id="{8625BBA1-2CA2-5B02-0E13-06DEB5040FAE}"/>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47111" name="Rectangle 8">
            <a:extLst>
              <a:ext uri="{FF2B5EF4-FFF2-40B4-BE49-F238E27FC236}">
                <a16:creationId xmlns:a16="http://schemas.microsoft.com/office/drawing/2014/main" id="{7633908A-1C56-040E-C8BF-066B40CAEA46}"/>
              </a:ext>
            </a:extLst>
          </p:cNvPr>
          <p:cNvSpPr>
            <a:spLocks noChangeArrowheads="1"/>
          </p:cNvSpPr>
          <p:nvPr/>
        </p:nvSpPr>
        <p:spPr bwMode="gray">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47112" name="Rectangle 9">
            <a:extLst>
              <a:ext uri="{FF2B5EF4-FFF2-40B4-BE49-F238E27FC236}">
                <a16:creationId xmlns:a16="http://schemas.microsoft.com/office/drawing/2014/main" id="{FE6323A0-117A-4212-121F-19A428D539E4}"/>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47113" name="Rectangle 10">
            <a:extLst>
              <a:ext uri="{FF2B5EF4-FFF2-40B4-BE49-F238E27FC236}">
                <a16:creationId xmlns:a16="http://schemas.microsoft.com/office/drawing/2014/main" id="{DFC73FC9-9E15-840A-31C0-C88775AC26F1}"/>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endParaRPr lang="en-US" altLang="en-US"/>
          </a:p>
        </p:txBody>
      </p:sp>
      <p:sp>
        <p:nvSpPr>
          <p:cNvPr id="47114" name="Rectangle 11">
            <a:extLst>
              <a:ext uri="{FF2B5EF4-FFF2-40B4-BE49-F238E27FC236}">
                <a16:creationId xmlns:a16="http://schemas.microsoft.com/office/drawing/2014/main" id="{9D0E0099-CCDB-36C7-3FE3-04BCC176BA16}"/>
              </a:ext>
            </a:extLst>
          </p:cNvPr>
          <p:cNvSpPr>
            <a:spLocks noChangeArrowheads="1"/>
          </p:cNvSpPr>
          <p:nvPr/>
        </p:nvSpPr>
        <p:spPr bwMode="auto">
          <a:xfrm>
            <a:off x="228600" y="1447800"/>
            <a:ext cx="8534400" cy="265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r>
              <a:rPr lang="en-US" altLang="en-US" baseline="0">
                <a:latin typeface="Arial" panose="020B0604020202020204" pitchFamily="34" charset="0"/>
              </a:rPr>
              <a:t>The frequency domain is more compact and useful when we are dealing with more than one sine wave. For example, Figure 3.8 shows three sine waves, each with different amplitude and frequency. All can be represented by three spikes in the frequency domain.</a:t>
            </a:r>
            <a:endParaRPr lang="en-US" altLang="en-US" baseline="0"/>
          </a:p>
        </p:txBody>
      </p:sp>
      <p:sp>
        <p:nvSpPr>
          <p:cNvPr id="47115" name="Text Box 12">
            <a:extLst>
              <a:ext uri="{FF2B5EF4-FFF2-40B4-BE49-F238E27FC236}">
                <a16:creationId xmlns:a16="http://schemas.microsoft.com/office/drawing/2014/main" id="{8CC53002-6C42-D128-B0B4-BFA8C3A46A40}"/>
              </a:ext>
            </a:extLst>
          </p:cNvPr>
          <p:cNvSpPr txBox="1">
            <a:spLocks noChangeArrowheads="1"/>
          </p:cNvSpPr>
          <p:nvPr/>
        </p:nvSpPr>
        <p:spPr bwMode="auto">
          <a:xfrm>
            <a:off x="1143000" y="182563"/>
            <a:ext cx="22844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sz="3200" baseline="0">
                <a:solidFill>
                  <a:schemeClr val="hlink"/>
                </a:solidFill>
              </a:rPr>
              <a:t>Example 3.7</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1">
            <a:extLst>
              <a:ext uri="{FF2B5EF4-FFF2-40B4-BE49-F238E27FC236}">
                <a16:creationId xmlns:a16="http://schemas.microsoft.com/office/drawing/2014/main" id="{3F9DF17F-65C1-A4B8-8DCA-98642730F70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sz="2000" i="0" baseline="0">
                <a:latin typeface="Arial" panose="020B0604020202020204" pitchFamily="34" charset="0"/>
              </a:rPr>
              <a:t>3.</a:t>
            </a:r>
            <a:fld id="{047E6040-4C89-44AD-9508-99102A645FF3}" type="slidenum">
              <a:rPr lang="en-US" altLang="en-US" sz="2000" i="0" baseline="0" smtClean="0">
                <a:latin typeface="Arial" panose="020B0604020202020204" pitchFamily="34" charset="0"/>
              </a:rPr>
              <a:pPr/>
              <a:t>22</a:t>
            </a:fld>
            <a:endParaRPr lang="en-US" altLang="en-US" sz="2000" i="0" baseline="0">
              <a:latin typeface="Arial" panose="020B0604020202020204" pitchFamily="34" charset="0"/>
            </a:endParaRPr>
          </a:p>
        </p:txBody>
      </p:sp>
      <p:sp>
        <p:nvSpPr>
          <p:cNvPr id="49155" name="Line 2">
            <a:extLst>
              <a:ext uri="{FF2B5EF4-FFF2-40B4-BE49-F238E27FC236}">
                <a16:creationId xmlns:a16="http://schemas.microsoft.com/office/drawing/2014/main" id="{9E75FA6D-D817-9D7B-AB83-222D624A61E1}"/>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9156" name="Line 3">
            <a:extLst>
              <a:ext uri="{FF2B5EF4-FFF2-40B4-BE49-F238E27FC236}">
                <a16:creationId xmlns:a16="http://schemas.microsoft.com/office/drawing/2014/main" id="{69FC6984-8E12-D9A0-CA74-45431B5B263F}"/>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9157" name="Text Box 4">
            <a:extLst>
              <a:ext uri="{FF2B5EF4-FFF2-40B4-BE49-F238E27FC236}">
                <a16:creationId xmlns:a16="http://schemas.microsoft.com/office/drawing/2014/main" id="{41444216-194C-7763-82E5-05D5BF6A09E5}"/>
              </a:ext>
            </a:extLst>
          </p:cNvPr>
          <p:cNvSpPr txBox="1">
            <a:spLocks noChangeArrowheads="1"/>
          </p:cNvSpPr>
          <p:nvPr/>
        </p:nvSpPr>
        <p:spPr bwMode="auto">
          <a:xfrm>
            <a:off x="304800" y="381000"/>
            <a:ext cx="78914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sz="2400" i="0" baseline="0">
                <a:solidFill>
                  <a:schemeClr val="folHlink"/>
                </a:solidFill>
              </a:rPr>
              <a:t>Figure 3.8  </a:t>
            </a:r>
            <a:r>
              <a:rPr lang="en-US" altLang="en-US" sz="2000" baseline="0"/>
              <a:t>The time domain and frequency domain of three sine waves</a:t>
            </a:r>
          </a:p>
        </p:txBody>
      </p:sp>
      <p:sp>
        <p:nvSpPr>
          <p:cNvPr id="49158" name="Line 5">
            <a:extLst>
              <a:ext uri="{FF2B5EF4-FFF2-40B4-BE49-F238E27FC236}">
                <a16:creationId xmlns:a16="http://schemas.microsoft.com/office/drawing/2014/main" id="{0BF36989-9A22-4A14-DD61-71EDCC15C49A}"/>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pic>
        <p:nvPicPr>
          <p:cNvPr id="49159" name="Picture 6">
            <a:extLst>
              <a:ext uri="{FF2B5EF4-FFF2-40B4-BE49-F238E27FC236}">
                <a16:creationId xmlns:a16="http://schemas.microsoft.com/office/drawing/2014/main" id="{A1BB4383-83E0-202D-B349-5BA9A8E3CB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981200"/>
            <a:ext cx="8583613" cy="315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1">
            <a:extLst>
              <a:ext uri="{FF2B5EF4-FFF2-40B4-BE49-F238E27FC236}">
                <a16:creationId xmlns:a16="http://schemas.microsoft.com/office/drawing/2014/main" id="{7BB0AAE5-E9CD-6499-EDA6-A49C4258882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sz="2000" i="0" baseline="0">
                <a:latin typeface="Arial" panose="020B0604020202020204" pitchFamily="34" charset="0"/>
              </a:rPr>
              <a:t>3.</a:t>
            </a:r>
            <a:fld id="{33602E52-EC67-4549-9C9C-DA2C507C946E}" type="slidenum">
              <a:rPr lang="en-US" altLang="en-US" sz="2000" i="0" baseline="0" smtClean="0">
                <a:latin typeface="Arial" panose="020B0604020202020204" pitchFamily="34" charset="0"/>
              </a:rPr>
              <a:pPr/>
              <a:t>23</a:t>
            </a:fld>
            <a:endParaRPr lang="en-US" altLang="en-US" sz="2000" i="0" baseline="0">
              <a:latin typeface="Arial" panose="020B0604020202020204" pitchFamily="34" charset="0"/>
            </a:endParaRPr>
          </a:p>
        </p:txBody>
      </p:sp>
      <p:sp>
        <p:nvSpPr>
          <p:cNvPr id="51203" name="Line 2">
            <a:extLst>
              <a:ext uri="{FF2B5EF4-FFF2-40B4-BE49-F238E27FC236}">
                <a16:creationId xmlns:a16="http://schemas.microsoft.com/office/drawing/2014/main" id="{7B5DEF12-AA29-C2E2-0251-5A5B0D51449F}"/>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1204" name="Line 3">
            <a:extLst>
              <a:ext uri="{FF2B5EF4-FFF2-40B4-BE49-F238E27FC236}">
                <a16:creationId xmlns:a16="http://schemas.microsoft.com/office/drawing/2014/main" id="{A903DF2B-1483-F1DF-D298-4A6DB69E8ECD}"/>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1205" name="Text Box 4">
            <a:extLst>
              <a:ext uri="{FF2B5EF4-FFF2-40B4-BE49-F238E27FC236}">
                <a16:creationId xmlns:a16="http://schemas.microsoft.com/office/drawing/2014/main" id="{034B6CA2-20B7-1CDE-6576-F42A771B7C1A}"/>
              </a:ext>
            </a:extLst>
          </p:cNvPr>
          <p:cNvSpPr txBox="1">
            <a:spLocks noChangeArrowheads="1"/>
          </p:cNvSpPr>
          <p:nvPr/>
        </p:nvSpPr>
        <p:spPr bwMode="auto">
          <a:xfrm>
            <a:off x="304800" y="381000"/>
            <a:ext cx="8382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a:r>
              <a:rPr lang="en-US" altLang="en-US" sz="2400" i="0" baseline="0">
                <a:solidFill>
                  <a:schemeClr val="folHlink"/>
                </a:solidFill>
              </a:rPr>
              <a:t>A Composite periodic signal</a:t>
            </a:r>
            <a:endParaRPr lang="en-US" altLang="en-US" sz="2000" baseline="0"/>
          </a:p>
        </p:txBody>
      </p:sp>
      <p:sp>
        <p:nvSpPr>
          <p:cNvPr id="51206" name="Line 5">
            <a:extLst>
              <a:ext uri="{FF2B5EF4-FFF2-40B4-BE49-F238E27FC236}">
                <a16:creationId xmlns:a16="http://schemas.microsoft.com/office/drawing/2014/main" id="{C016157F-BF1B-2832-655F-BB6D334B5FD0}"/>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pic>
        <p:nvPicPr>
          <p:cNvPr id="51207" name="Picture 1">
            <a:extLst>
              <a:ext uri="{FF2B5EF4-FFF2-40B4-BE49-F238E27FC236}">
                <a16:creationId xmlns:a16="http://schemas.microsoft.com/office/drawing/2014/main" id="{B6FC3774-F6BB-C572-AAA4-8928FB7DCF8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81113" y="1524000"/>
            <a:ext cx="6581775"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1">
            <a:extLst>
              <a:ext uri="{FF2B5EF4-FFF2-40B4-BE49-F238E27FC236}">
                <a16:creationId xmlns:a16="http://schemas.microsoft.com/office/drawing/2014/main" id="{5D6A7DA7-4262-B1AC-71A7-055D2B9B28E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sz="2000" i="0" baseline="0">
                <a:latin typeface="Arial" panose="020B0604020202020204" pitchFamily="34" charset="0"/>
              </a:rPr>
              <a:t>3.</a:t>
            </a:r>
            <a:fld id="{13182724-DD0E-4085-8DC0-A4AD94D34C37}" type="slidenum">
              <a:rPr lang="en-US" altLang="en-US" sz="2000" i="0" baseline="0" smtClean="0">
                <a:latin typeface="Arial" panose="020B0604020202020204" pitchFamily="34" charset="0"/>
              </a:rPr>
              <a:pPr/>
              <a:t>24</a:t>
            </a:fld>
            <a:endParaRPr lang="en-US" altLang="en-US" sz="2000" i="0" baseline="0">
              <a:latin typeface="Arial" panose="020B0604020202020204" pitchFamily="34" charset="0"/>
            </a:endParaRPr>
          </a:p>
        </p:txBody>
      </p:sp>
      <p:sp>
        <p:nvSpPr>
          <p:cNvPr id="53251" name="Line 2">
            <a:extLst>
              <a:ext uri="{FF2B5EF4-FFF2-40B4-BE49-F238E27FC236}">
                <a16:creationId xmlns:a16="http://schemas.microsoft.com/office/drawing/2014/main" id="{02E5EF20-E6B3-060E-42C2-86AFCE2262AF}"/>
              </a:ext>
            </a:extLst>
          </p:cNvPr>
          <p:cNvSpPr>
            <a:spLocks noChangeShapeType="1"/>
          </p:cNvSpPr>
          <p:nvPr/>
        </p:nvSpPr>
        <p:spPr bwMode="auto">
          <a:xfrm>
            <a:off x="152400" y="762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3252" name="Line 3">
            <a:extLst>
              <a:ext uri="{FF2B5EF4-FFF2-40B4-BE49-F238E27FC236}">
                <a16:creationId xmlns:a16="http://schemas.microsoft.com/office/drawing/2014/main" id="{D1EEC784-3241-BFAB-752A-351719447CF1}"/>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3253" name="Text Box 4">
            <a:extLst>
              <a:ext uri="{FF2B5EF4-FFF2-40B4-BE49-F238E27FC236}">
                <a16:creationId xmlns:a16="http://schemas.microsoft.com/office/drawing/2014/main" id="{2592CB8E-634F-6EF7-27C7-512B627EC22F}"/>
              </a:ext>
            </a:extLst>
          </p:cNvPr>
          <p:cNvSpPr txBox="1">
            <a:spLocks noChangeArrowheads="1"/>
          </p:cNvSpPr>
          <p:nvPr/>
        </p:nvSpPr>
        <p:spPr bwMode="auto">
          <a:xfrm>
            <a:off x="304800" y="152400"/>
            <a:ext cx="8180388"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sz="2400" i="0" baseline="0">
                <a:solidFill>
                  <a:schemeClr val="folHlink"/>
                </a:solidFill>
              </a:rPr>
              <a:t>Figure 3.10  </a:t>
            </a:r>
            <a:r>
              <a:rPr lang="en-US" altLang="en-US" sz="2000" baseline="0"/>
              <a:t>Decomposition of a composite periodic signal in the time and</a:t>
            </a:r>
            <a:br>
              <a:rPr lang="en-US" altLang="en-US" sz="2000" baseline="0"/>
            </a:br>
            <a:r>
              <a:rPr lang="en-US" altLang="en-US" sz="2000" baseline="0"/>
              <a:t>                          frequency domains</a:t>
            </a:r>
          </a:p>
        </p:txBody>
      </p:sp>
      <p:sp>
        <p:nvSpPr>
          <p:cNvPr id="53254" name="Line 5">
            <a:extLst>
              <a:ext uri="{FF2B5EF4-FFF2-40B4-BE49-F238E27FC236}">
                <a16:creationId xmlns:a16="http://schemas.microsoft.com/office/drawing/2014/main" id="{1E138E88-52B3-39CE-A837-0312F380E400}"/>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pic>
        <p:nvPicPr>
          <p:cNvPr id="53255" name="Picture 6">
            <a:extLst>
              <a:ext uri="{FF2B5EF4-FFF2-40B4-BE49-F238E27FC236}">
                <a16:creationId xmlns:a16="http://schemas.microsoft.com/office/drawing/2014/main" id="{C830FD19-8CEC-B125-B568-3CC91EDEFD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2800" y="1476375"/>
            <a:ext cx="7340600"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1">
            <a:extLst>
              <a:ext uri="{FF2B5EF4-FFF2-40B4-BE49-F238E27FC236}">
                <a16:creationId xmlns:a16="http://schemas.microsoft.com/office/drawing/2014/main" id="{437BD79A-057F-ED80-3FD9-84A832AE3D5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sz="2000" i="0" baseline="0">
                <a:latin typeface="Arial" panose="020B0604020202020204" pitchFamily="34" charset="0"/>
              </a:rPr>
              <a:t>3.</a:t>
            </a:r>
            <a:fld id="{F2CA6CA3-41F6-4465-9D1F-7566DAA13541}" type="slidenum">
              <a:rPr lang="en-US" altLang="en-US" sz="2000" i="0" baseline="0" smtClean="0">
                <a:latin typeface="Arial" panose="020B0604020202020204" pitchFamily="34" charset="0"/>
              </a:rPr>
              <a:pPr/>
              <a:t>25</a:t>
            </a:fld>
            <a:endParaRPr lang="en-US" altLang="en-US" sz="2000" i="0" baseline="0">
              <a:latin typeface="Arial" panose="020B0604020202020204" pitchFamily="34" charset="0"/>
            </a:endParaRPr>
          </a:p>
        </p:txBody>
      </p:sp>
      <p:sp>
        <p:nvSpPr>
          <p:cNvPr id="55299" name="Line 2">
            <a:extLst>
              <a:ext uri="{FF2B5EF4-FFF2-40B4-BE49-F238E27FC236}">
                <a16:creationId xmlns:a16="http://schemas.microsoft.com/office/drawing/2014/main" id="{4DD51BCA-7DD3-05C4-5C84-0BE6B21EB405}"/>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5300" name="Line 3">
            <a:extLst>
              <a:ext uri="{FF2B5EF4-FFF2-40B4-BE49-F238E27FC236}">
                <a16:creationId xmlns:a16="http://schemas.microsoft.com/office/drawing/2014/main" id="{9C623CBA-EDE5-F6B7-B005-E9EE1B685FC0}"/>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5301" name="Text Box 4">
            <a:extLst>
              <a:ext uri="{FF2B5EF4-FFF2-40B4-BE49-F238E27FC236}">
                <a16:creationId xmlns:a16="http://schemas.microsoft.com/office/drawing/2014/main" id="{E4DFBE47-21EE-30F5-575F-4A5246773AA9}"/>
              </a:ext>
            </a:extLst>
          </p:cNvPr>
          <p:cNvSpPr txBox="1">
            <a:spLocks noChangeArrowheads="1"/>
          </p:cNvSpPr>
          <p:nvPr/>
        </p:nvSpPr>
        <p:spPr bwMode="auto">
          <a:xfrm>
            <a:off x="304800" y="609600"/>
            <a:ext cx="8404225"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sz="2400" i="0" baseline="0">
                <a:solidFill>
                  <a:schemeClr val="folHlink"/>
                </a:solidFill>
              </a:rPr>
              <a:t>Figure 3.11  </a:t>
            </a:r>
            <a:r>
              <a:rPr lang="en-US" altLang="en-US" sz="2000" baseline="0"/>
              <a:t>The time and frequency domains of a nonperiodic signal, such</a:t>
            </a:r>
          </a:p>
          <a:p>
            <a:r>
              <a:rPr lang="en-US" altLang="en-US" sz="2000" baseline="0"/>
              <a:t>someone speaking into a microphone</a:t>
            </a:r>
          </a:p>
        </p:txBody>
      </p:sp>
      <p:sp>
        <p:nvSpPr>
          <p:cNvPr id="55302" name="Line 5">
            <a:extLst>
              <a:ext uri="{FF2B5EF4-FFF2-40B4-BE49-F238E27FC236}">
                <a16:creationId xmlns:a16="http://schemas.microsoft.com/office/drawing/2014/main" id="{90EB4A4B-B306-DDD1-0BF7-B50F4DD94195}"/>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pic>
        <p:nvPicPr>
          <p:cNvPr id="55303" name="Picture 6">
            <a:extLst>
              <a:ext uri="{FF2B5EF4-FFF2-40B4-BE49-F238E27FC236}">
                <a16:creationId xmlns:a16="http://schemas.microsoft.com/office/drawing/2014/main" id="{D5506A80-0279-4B02-AA50-5CBFE44ED8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7513" y="2325688"/>
            <a:ext cx="8345487" cy="262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1">
            <a:extLst>
              <a:ext uri="{FF2B5EF4-FFF2-40B4-BE49-F238E27FC236}">
                <a16:creationId xmlns:a16="http://schemas.microsoft.com/office/drawing/2014/main" id="{847948CB-C629-79EE-1189-6D696597239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sz="2000" i="0" baseline="0">
                <a:latin typeface="Arial" panose="020B0604020202020204" pitchFamily="34" charset="0"/>
              </a:rPr>
              <a:t>3.</a:t>
            </a:r>
            <a:fld id="{46AA758D-E679-4A36-BF7C-D19AA1241DB1}" type="slidenum">
              <a:rPr lang="en-US" altLang="en-US" sz="2000" i="0" baseline="0" smtClean="0">
                <a:latin typeface="Arial" panose="020B0604020202020204" pitchFamily="34" charset="0"/>
              </a:rPr>
              <a:pPr/>
              <a:t>26</a:t>
            </a:fld>
            <a:endParaRPr lang="en-US" altLang="en-US" sz="2000" i="0" baseline="0">
              <a:latin typeface="Arial" panose="020B0604020202020204" pitchFamily="34" charset="0"/>
            </a:endParaRPr>
          </a:p>
        </p:txBody>
      </p:sp>
      <p:sp>
        <p:nvSpPr>
          <p:cNvPr id="57347" name="Rectangle 2">
            <a:extLst>
              <a:ext uri="{FF2B5EF4-FFF2-40B4-BE49-F238E27FC236}">
                <a16:creationId xmlns:a16="http://schemas.microsoft.com/office/drawing/2014/main" id="{B635C0E7-DB82-2AC8-AE61-275DE320C4B4}"/>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57348" name="Rectangle 3">
            <a:extLst>
              <a:ext uri="{FF2B5EF4-FFF2-40B4-BE49-F238E27FC236}">
                <a16:creationId xmlns:a16="http://schemas.microsoft.com/office/drawing/2014/main" id="{C598052C-6BA7-5DE1-306C-1FC95B86EC88}"/>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57349" name="Rectangle 4">
            <a:extLst>
              <a:ext uri="{FF2B5EF4-FFF2-40B4-BE49-F238E27FC236}">
                <a16:creationId xmlns:a16="http://schemas.microsoft.com/office/drawing/2014/main" id="{B79104CF-B480-BBAB-5780-97A4F73447CA}"/>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57350" name="Rectangle 5">
            <a:extLst>
              <a:ext uri="{FF2B5EF4-FFF2-40B4-BE49-F238E27FC236}">
                <a16:creationId xmlns:a16="http://schemas.microsoft.com/office/drawing/2014/main" id="{CB24D134-0E37-8E49-59FC-56CF04F8B597}"/>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57351" name="Rectangle 6">
            <a:extLst>
              <a:ext uri="{FF2B5EF4-FFF2-40B4-BE49-F238E27FC236}">
                <a16:creationId xmlns:a16="http://schemas.microsoft.com/office/drawing/2014/main" id="{450DB2EE-B085-7306-3BFB-467115DD18A0}"/>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57352" name="Rectangle 7">
            <a:extLst>
              <a:ext uri="{FF2B5EF4-FFF2-40B4-BE49-F238E27FC236}">
                <a16:creationId xmlns:a16="http://schemas.microsoft.com/office/drawing/2014/main" id="{311ABDBB-6107-EDC4-5B44-F59D277D53AC}"/>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57353" name="Rectangle 8">
            <a:extLst>
              <a:ext uri="{FF2B5EF4-FFF2-40B4-BE49-F238E27FC236}">
                <a16:creationId xmlns:a16="http://schemas.microsoft.com/office/drawing/2014/main" id="{B1BCAEC1-5E85-6271-B4A4-6F3BA325462D}"/>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57354" name="Line 9">
            <a:extLst>
              <a:ext uri="{FF2B5EF4-FFF2-40B4-BE49-F238E27FC236}">
                <a16:creationId xmlns:a16="http://schemas.microsoft.com/office/drawing/2014/main" id="{83BAB62A-4D7A-B493-3E42-E8A8926539D8}"/>
              </a:ext>
            </a:extLst>
          </p:cNvPr>
          <p:cNvSpPr>
            <a:spLocks noChangeShapeType="1"/>
          </p:cNvSpPr>
          <p:nvPr/>
        </p:nvSpPr>
        <p:spPr bwMode="auto">
          <a:xfrm>
            <a:off x="457200" y="2590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7355" name="Line 10">
            <a:extLst>
              <a:ext uri="{FF2B5EF4-FFF2-40B4-BE49-F238E27FC236}">
                <a16:creationId xmlns:a16="http://schemas.microsoft.com/office/drawing/2014/main" id="{32A71003-6C3B-62F4-F492-295D528CE40D}"/>
              </a:ext>
            </a:extLst>
          </p:cNvPr>
          <p:cNvSpPr>
            <a:spLocks noChangeShapeType="1"/>
          </p:cNvSpPr>
          <p:nvPr/>
        </p:nvSpPr>
        <p:spPr bwMode="auto">
          <a:xfrm>
            <a:off x="458788" y="48006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7356" name="Rectangle 11">
            <a:extLst>
              <a:ext uri="{FF2B5EF4-FFF2-40B4-BE49-F238E27FC236}">
                <a16:creationId xmlns:a16="http://schemas.microsoft.com/office/drawing/2014/main" id="{609815A3-9F94-5D4E-2371-8B66DB24A2E6}"/>
              </a:ext>
            </a:extLst>
          </p:cNvPr>
          <p:cNvSpPr>
            <a:spLocks noChangeArrowheads="1"/>
          </p:cNvSpPr>
          <p:nvPr/>
        </p:nvSpPr>
        <p:spPr bwMode="auto">
          <a:xfrm>
            <a:off x="495300" y="2682875"/>
            <a:ext cx="8077200" cy="2041525"/>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a:r>
              <a:rPr lang="en-US" altLang="en-US" sz="3200" i="0" baseline="0">
                <a:latin typeface="Arial" panose="020B0604020202020204" pitchFamily="34" charset="0"/>
              </a:rPr>
              <a:t>The bandwidth of a composite signal is the difference between the</a:t>
            </a:r>
          </a:p>
          <a:p>
            <a:pPr algn="ctr"/>
            <a:r>
              <a:rPr lang="en-US" altLang="en-US" sz="3200" i="0" baseline="0">
                <a:latin typeface="Arial" panose="020B0604020202020204" pitchFamily="34" charset="0"/>
              </a:rPr>
              <a:t>highest and the lowest frequencies contained in that signal.</a:t>
            </a:r>
          </a:p>
        </p:txBody>
      </p:sp>
      <p:grpSp>
        <p:nvGrpSpPr>
          <p:cNvPr id="57357" name="Group 12">
            <a:extLst>
              <a:ext uri="{FF2B5EF4-FFF2-40B4-BE49-F238E27FC236}">
                <a16:creationId xmlns:a16="http://schemas.microsoft.com/office/drawing/2014/main" id="{63368522-92A5-E888-CB15-E896373701FD}"/>
              </a:ext>
            </a:extLst>
          </p:cNvPr>
          <p:cNvGrpSpPr>
            <a:grpSpLocks/>
          </p:cNvGrpSpPr>
          <p:nvPr/>
        </p:nvGrpSpPr>
        <p:grpSpPr bwMode="auto">
          <a:xfrm>
            <a:off x="457200" y="1981200"/>
            <a:ext cx="1143000" cy="566738"/>
            <a:chOff x="1200" y="1248"/>
            <a:chExt cx="720" cy="357"/>
          </a:xfrm>
        </p:grpSpPr>
        <p:pic>
          <p:nvPicPr>
            <p:cNvPr id="57358" name="Picture 13">
              <a:extLst>
                <a:ext uri="{FF2B5EF4-FFF2-40B4-BE49-F238E27FC236}">
                  <a16:creationId xmlns:a16="http://schemas.microsoft.com/office/drawing/2014/main" id="{7BDD9BC3-D930-DED6-1485-D9A07ABA14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59" name="Text Box 14">
              <a:extLst>
                <a:ext uri="{FF2B5EF4-FFF2-40B4-BE49-F238E27FC236}">
                  <a16:creationId xmlns:a16="http://schemas.microsoft.com/office/drawing/2014/main" id="{6D8BA555-C46C-BBAF-4BAB-187CF59A8616}"/>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baseline="0">
                  <a:solidFill>
                    <a:schemeClr val="hlink"/>
                  </a:solidFill>
                </a:rPr>
                <a:t>Note</a:t>
              </a: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Number Placeholder 1">
            <a:extLst>
              <a:ext uri="{FF2B5EF4-FFF2-40B4-BE49-F238E27FC236}">
                <a16:creationId xmlns:a16="http://schemas.microsoft.com/office/drawing/2014/main" id="{7B1924F0-4BD9-2175-FB92-CCB67858362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sz="2000" i="0" baseline="0">
                <a:latin typeface="Arial" panose="020B0604020202020204" pitchFamily="34" charset="0"/>
              </a:rPr>
              <a:t>3.</a:t>
            </a:r>
            <a:fld id="{F5428DEB-43C5-4D52-A188-EF5FBCC5AA5C}" type="slidenum">
              <a:rPr lang="en-US" altLang="en-US" sz="2000" i="0" baseline="0" smtClean="0">
                <a:latin typeface="Arial" panose="020B0604020202020204" pitchFamily="34" charset="0"/>
              </a:rPr>
              <a:pPr/>
              <a:t>27</a:t>
            </a:fld>
            <a:endParaRPr lang="en-US" altLang="en-US" sz="2000" i="0" baseline="0">
              <a:latin typeface="Arial" panose="020B0604020202020204" pitchFamily="34" charset="0"/>
            </a:endParaRPr>
          </a:p>
        </p:txBody>
      </p:sp>
      <p:sp>
        <p:nvSpPr>
          <p:cNvPr id="59395" name="Line 2">
            <a:extLst>
              <a:ext uri="{FF2B5EF4-FFF2-40B4-BE49-F238E27FC236}">
                <a16:creationId xmlns:a16="http://schemas.microsoft.com/office/drawing/2014/main" id="{4B8EF105-CB85-DC3A-C70A-85B5DDF06B60}"/>
              </a:ext>
            </a:extLst>
          </p:cNvPr>
          <p:cNvSpPr>
            <a:spLocks noChangeShapeType="1"/>
          </p:cNvSpPr>
          <p:nvPr/>
        </p:nvSpPr>
        <p:spPr bwMode="auto">
          <a:xfrm>
            <a:off x="152400" y="762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9396" name="Line 3">
            <a:extLst>
              <a:ext uri="{FF2B5EF4-FFF2-40B4-BE49-F238E27FC236}">
                <a16:creationId xmlns:a16="http://schemas.microsoft.com/office/drawing/2014/main" id="{E98C9FCF-B4DA-C187-A6C0-37567AC80205}"/>
              </a:ext>
            </a:extLst>
          </p:cNvPr>
          <p:cNvSpPr>
            <a:spLocks noChangeShapeType="1"/>
          </p:cNvSpPr>
          <p:nvPr/>
        </p:nvSpPr>
        <p:spPr bwMode="auto">
          <a:xfrm>
            <a:off x="152400" y="9144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9397" name="Text Box 4">
            <a:extLst>
              <a:ext uri="{FF2B5EF4-FFF2-40B4-BE49-F238E27FC236}">
                <a16:creationId xmlns:a16="http://schemas.microsoft.com/office/drawing/2014/main" id="{E548A558-BA49-0634-7605-98405A02C607}"/>
              </a:ext>
            </a:extLst>
          </p:cNvPr>
          <p:cNvSpPr txBox="1">
            <a:spLocks noChangeArrowheads="1"/>
          </p:cNvSpPr>
          <p:nvPr/>
        </p:nvSpPr>
        <p:spPr bwMode="auto">
          <a:xfrm>
            <a:off x="304800" y="304800"/>
            <a:ext cx="8240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sz="2400" i="0" baseline="0">
                <a:solidFill>
                  <a:schemeClr val="folHlink"/>
                </a:solidFill>
              </a:rPr>
              <a:t>Figure 3.12  </a:t>
            </a:r>
            <a:r>
              <a:rPr lang="en-US" altLang="en-US" sz="2000" baseline="0"/>
              <a:t>The bandwidth of periodic and nonperiodic composite signals</a:t>
            </a:r>
          </a:p>
        </p:txBody>
      </p:sp>
      <p:sp>
        <p:nvSpPr>
          <p:cNvPr id="59398" name="Line 5">
            <a:extLst>
              <a:ext uri="{FF2B5EF4-FFF2-40B4-BE49-F238E27FC236}">
                <a16:creationId xmlns:a16="http://schemas.microsoft.com/office/drawing/2014/main" id="{FC713278-E05A-72AE-6879-AFCCC6FE96A2}"/>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pic>
        <p:nvPicPr>
          <p:cNvPr id="59399" name="Picture 6">
            <a:extLst>
              <a:ext uri="{FF2B5EF4-FFF2-40B4-BE49-F238E27FC236}">
                <a16:creationId xmlns:a16="http://schemas.microsoft.com/office/drawing/2014/main" id="{D376B9F0-A718-7524-BB8E-287AEF08E5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1150" y="1143000"/>
            <a:ext cx="6115050" cy="5005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400" name="TextBox 7">
            <a:extLst>
              <a:ext uri="{FF2B5EF4-FFF2-40B4-BE49-F238E27FC236}">
                <a16:creationId xmlns:a16="http://schemas.microsoft.com/office/drawing/2014/main" id="{4DF476B8-50EB-DD0C-54A2-12D7F39A60ED}"/>
              </a:ext>
            </a:extLst>
          </p:cNvPr>
          <p:cNvSpPr txBox="1">
            <a:spLocks noChangeArrowheads="1"/>
          </p:cNvSpPr>
          <p:nvPr/>
        </p:nvSpPr>
        <p:spPr bwMode="auto">
          <a:xfrm>
            <a:off x="228600" y="1676400"/>
            <a:ext cx="1385888"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a:t>Note: each</a:t>
            </a:r>
          </a:p>
          <a:p>
            <a:r>
              <a:rPr lang="en-US" altLang="en-US"/>
              <a:t>frequency is</a:t>
            </a:r>
          </a:p>
          <a:p>
            <a:r>
              <a:rPr lang="en-US" altLang="en-US"/>
              <a:t>identifiable</a:t>
            </a:r>
          </a:p>
        </p:txBody>
      </p:sp>
      <p:sp>
        <p:nvSpPr>
          <p:cNvPr id="59401" name="TextBox 8">
            <a:extLst>
              <a:ext uri="{FF2B5EF4-FFF2-40B4-BE49-F238E27FC236}">
                <a16:creationId xmlns:a16="http://schemas.microsoft.com/office/drawing/2014/main" id="{10CF401B-64AB-ED69-2602-AAD38773BADC}"/>
              </a:ext>
            </a:extLst>
          </p:cNvPr>
          <p:cNvSpPr txBox="1">
            <a:spLocks noChangeArrowheads="1"/>
          </p:cNvSpPr>
          <p:nvPr/>
        </p:nvSpPr>
        <p:spPr bwMode="auto">
          <a:xfrm>
            <a:off x="228600" y="4114800"/>
            <a:ext cx="1338263"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a:t>Note: </a:t>
            </a:r>
          </a:p>
          <a:p>
            <a:r>
              <a:rPr lang="en-US" altLang="en-US"/>
              <a:t>frequencies</a:t>
            </a:r>
          </a:p>
          <a:p>
            <a:r>
              <a:rPr lang="en-US" altLang="en-US"/>
              <a:t>are all over</a:t>
            </a:r>
          </a:p>
          <a:p>
            <a:r>
              <a:rPr lang="en-US" altLang="en-US"/>
              <a:t>the place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Number Placeholder 1">
            <a:extLst>
              <a:ext uri="{FF2B5EF4-FFF2-40B4-BE49-F238E27FC236}">
                <a16:creationId xmlns:a16="http://schemas.microsoft.com/office/drawing/2014/main" id="{7CCE9C84-5725-49C9-EA74-A01ADC666DF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sz="2000" i="0" baseline="0">
                <a:latin typeface="Arial" panose="020B0604020202020204" pitchFamily="34" charset="0"/>
              </a:rPr>
              <a:t>3.</a:t>
            </a:r>
            <a:fld id="{D83F14EE-9AB7-43BA-B4D3-6949C780B02A}" type="slidenum">
              <a:rPr lang="en-US" altLang="en-US" sz="2000" i="0" baseline="0" smtClean="0">
                <a:latin typeface="Arial" panose="020B0604020202020204" pitchFamily="34" charset="0"/>
              </a:rPr>
              <a:pPr/>
              <a:t>28</a:t>
            </a:fld>
            <a:endParaRPr lang="en-US" altLang="en-US" sz="2000" i="0" baseline="0">
              <a:latin typeface="Arial" panose="020B0604020202020204" pitchFamily="34" charset="0"/>
            </a:endParaRPr>
          </a:p>
        </p:txBody>
      </p:sp>
      <p:sp>
        <p:nvSpPr>
          <p:cNvPr id="61443" name="Rectangle 2">
            <a:extLst>
              <a:ext uri="{FF2B5EF4-FFF2-40B4-BE49-F238E27FC236}">
                <a16:creationId xmlns:a16="http://schemas.microsoft.com/office/drawing/2014/main" id="{0E2E28EF-4B76-0CCF-7149-B6825EF6238F}"/>
              </a:ext>
            </a:extLst>
          </p:cNvPr>
          <p:cNvSpPr>
            <a:spLocks noChangeArrowheads="1"/>
          </p:cNvSpPr>
          <p:nvPr/>
        </p:nvSpPr>
        <p:spPr bwMode="ltGray">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61444" name="Rectangle 3">
            <a:extLst>
              <a:ext uri="{FF2B5EF4-FFF2-40B4-BE49-F238E27FC236}">
                <a16:creationId xmlns:a16="http://schemas.microsoft.com/office/drawing/2014/main" id="{2FA77009-0D0B-B313-3517-4FF7CAB62C88}"/>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grpSp>
        <p:nvGrpSpPr>
          <p:cNvPr id="61445" name="Group 4">
            <a:extLst>
              <a:ext uri="{FF2B5EF4-FFF2-40B4-BE49-F238E27FC236}">
                <a16:creationId xmlns:a16="http://schemas.microsoft.com/office/drawing/2014/main" id="{5E45DB01-D080-38A6-FB31-54B89EC95FEC}"/>
              </a:ext>
            </a:extLst>
          </p:cNvPr>
          <p:cNvGrpSpPr>
            <a:grpSpLocks/>
          </p:cNvGrpSpPr>
          <p:nvPr/>
        </p:nvGrpSpPr>
        <p:grpSpPr bwMode="auto">
          <a:xfrm>
            <a:off x="490538" y="773113"/>
            <a:ext cx="738187" cy="474662"/>
            <a:chOff x="309" y="487"/>
            <a:chExt cx="465" cy="299"/>
          </a:xfrm>
        </p:grpSpPr>
        <p:sp>
          <p:nvSpPr>
            <p:cNvPr id="61452" name="Rectangle 5">
              <a:extLst>
                <a:ext uri="{FF2B5EF4-FFF2-40B4-BE49-F238E27FC236}">
                  <a16:creationId xmlns:a16="http://schemas.microsoft.com/office/drawing/2014/main" id="{F37ECD3D-14B6-C27B-3DB6-0D1737E0DB80}"/>
                </a:ext>
              </a:extLst>
            </p:cNvPr>
            <p:cNvSpPr>
              <a:spLocks noChangeArrowheads="1"/>
            </p:cNvSpPr>
            <p:nvPr/>
          </p:nvSpPr>
          <p:spPr bwMode="ltGray">
            <a:xfrm>
              <a:off x="309" y="487"/>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61453" name="Rectangle 6">
              <a:extLst>
                <a:ext uri="{FF2B5EF4-FFF2-40B4-BE49-F238E27FC236}">
                  <a16:creationId xmlns:a16="http://schemas.microsoft.com/office/drawing/2014/main" id="{9704B00D-3E34-B828-CF0C-BC2CA61D24C5}"/>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grpSp>
      <p:sp>
        <p:nvSpPr>
          <p:cNvPr id="61446" name="Rectangle 7">
            <a:extLst>
              <a:ext uri="{FF2B5EF4-FFF2-40B4-BE49-F238E27FC236}">
                <a16:creationId xmlns:a16="http://schemas.microsoft.com/office/drawing/2014/main" id="{05642DED-3984-AD59-17B1-2AAE54A55BBC}"/>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61447" name="Rectangle 8">
            <a:extLst>
              <a:ext uri="{FF2B5EF4-FFF2-40B4-BE49-F238E27FC236}">
                <a16:creationId xmlns:a16="http://schemas.microsoft.com/office/drawing/2014/main" id="{D530A78C-1CC8-8226-8482-1F3BFB84C4D4}"/>
              </a:ext>
            </a:extLst>
          </p:cNvPr>
          <p:cNvSpPr>
            <a:spLocks noChangeArrowheads="1"/>
          </p:cNvSpPr>
          <p:nvPr/>
        </p:nvSpPr>
        <p:spPr bwMode="gray">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61448" name="Rectangle 9">
            <a:extLst>
              <a:ext uri="{FF2B5EF4-FFF2-40B4-BE49-F238E27FC236}">
                <a16:creationId xmlns:a16="http://schemas.microsoft.com/office/drawing/2014/main" id="{D65F05D4-2C46-F6D1-7DA9-D1C84793A0D0}"/>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61449" name="Rectangle 10">
            <a:extLst>
              <a:ext uri="{FF2B5EF4-FFF2-40B4-BE49-F238E27FC236}">
                <a16:creationId xmlns:a16="http://schemas.microsoft.com/office/drawing/2014/main" id="{503273C7-19BF-4DEE-F7FE-ABB01FD4B624}"/>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endParaRPr lang="en-US" altLang="en-US"/>
          </a:p>
        </p:txBody>
      </p:sp>
      <p:sp>
        <p:nvSpPr>
          <p:cNvPr id="61450" name="Rectangle 11">
            <a:extLst>
              <a:ext uri="{FF2B5EF4-FFF2-40B4-BE49-F238E27FC236}">
                <a16:creationId xmlns:a16="http://schemas.microsoft.com/office/drawing/2014/main" id="{AA4BAB3C-CE36-8856-BD7A-A69963A7B8A3}"/>
              </a:ext>
            </a:extLst>
          </p:cNvPr>
          <p:cNvSpPr>
            <a:spLocks noChangeArrowheads="1"/>
          </p:cNvSpPr>
          <p:nvPr/>
        </p:nvSpPr>
        <p:spPr bwMode="auto">
          <a:xfrm>
            <a:off x="228600" y="1295400"/>
            <a:ext cx="8534400"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r>
              <a:rPr lang="en-US" altLang="en-US" baseline="0"/>
              <a:t>If a periodic signal is decomposed into five sine waves with frequencies of 100, 300, 500, 700, and 900 Hz, what is its bandwidth? Draw the </a:t>
            </a:r>
            <a:r>
              <a:rPr lang="en-US" altLang="en-US" i="0" baseline="0"/>
              <a:t>spectrum</a:t>
            </a:r>
            <a:r>
              <a:rPr lang="en-US" altLang="en-US" baseline="0"/>
              <a:t> (range of frequencies), assuming all components have a maximum amplitude of 10 V.  Frequency domain plot</a:t>
            </a:r>
          </a:p>
        </p:txBody>
      </p:sp>
      <p:sp>
        <p:nvSpPr>
          <p:cNvPr id="61451" name="Text Box 12">
            <a:extLst>
              <a:ext uri="{FF2B5EF4-FFF2-40B4-BE49-F238E27FC236}">
                <a16:creationId xmlns:a16="http://schemas.microsoft.com/office/drawing/2014/main" id="{DD3AF54E-0AA2-A343-6358-875C3BF34A4E}"/>
              </a:ext>
            </a:extLst>
          </p:cNvPr>
          <p:cNvSpPr txBox="1">
            <a:spLocks noChangeArrowheads="1"/>
          </p:cNvSpPr>
          <p:nvPr/>
        </p:nvSpPr>
        <p:spPr bwMode="auto">
          <a:xfrm>
            <a:off x="1143000" y="182563"/>
            <a:ext cx="24876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sz="3200" baseline="0">
                <a:solidFill>
                  <a:schemeClr val="hlink"/>
                </a:solidFill>
              </a:rPr>
              <a:t>Example 3.10</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Number Placeholder 1">
            <a:extLst>
              <a:ext uri="{FF2B5EF4-FFF2-40B4-BE49-F238E27FC236}">
                <a16:creationId xmlns:a16="http://schemas.microsoft.com/office/drawing/2014/main" id="{5C05EF73-2508-756E-4B7B-1A273C90EE8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sz="2000" i="0" baseline="0">
                <a:latin typeface="Arial" panose="020B0604020202020204" pitchFamily="34" charset="0"/>
              </a:rPr>
              <a:t>3.</a:t>
            </a:r>
            <a:fld id="{A0E730DD-C402-4019-9A71-6490980DA5EC}" type="slidenum">
              <a:rPr lang="en-US" altLang="en-US" sz="2000" i="0" baseline="0" smtClean="0">
                <a:latin typeface="Arial" panose="020B0604020202020204" pitchFamily="34" charset="0"/>
              </a:rPr>
              <a:pPr/>
              <a:t>29</a:t>
            </a:fld>
            <a:endParaRPr lang="en-US" altLang="en-US" sz="2000" i="0" baseline="0">
              <a:latin typeface="Arial" panose="020B0604020202020204" pitchFamily="34" charset="0"/>
            </a:endParaRPr>
          </a:p>
        </p:txBody>
      </p:sp>
      <p:sp>
        <p:nvSpPr>
          <p:cNvPr id="63491" name="Rectangle 2">
            <a:extLst>
              <a:ext uri="{FF2B5EF4-FFF2-40B4-BE49-F238E27FC236}">
                <a16:creationId xmlns:a16="http://schemas.microsoft.com/office/drawing/2014/main" id="{FD3F1C7F-064C-5530-F007-84138A81CF2E}"/>
              </a:ext>
            </a:extLst>
          </p:cNvPr>
          <p:cNvSpPr>
            <a:spLocks noChangeArrowheads="1"/>
          </p:cNvSpPr>
          <p:nvPr/>
        </p:nvSpPr>
        <p:spPr bwMode="ltGray">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63492" name="Rectangle 3">
            <a:extLst>
              <a:ext uri="{FF2B5EF4-FFF2-40B4-BE49-F238E27FC236}">
                <a16:creationId xmlns:a16="http://schemas.microsoft.com/office/drawing/2014/main" id="{A76D746D-9E26-7BB9-D0BF-8E0E6C919164}"/>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grpSp>
        <p:nvGrpSpPr>
          <p:cNvPr id="63493" name="Group 4">
            <a:extLst>
              <a:ext uri="{FF2B5EF4-FFF2-40B4-BE49-F238E27FC236}">
                <a16:creationId xmlns:a16="http://schemas.microsoft.com/office/drawing/2014/main" id="{14B0CBF1-C448-D703-49ED-AC68326265A5}"/>
              </a:ext>
            </a:extLst>
          </p:cNvPr>
          <p:cNvGrpSpPr>
            <a:grpSpLocks/>
          </p:cNvGrpSpPr>
          <p:nvPr/>
        </p:nvGrpSpPr>
        <p:grpSpPr bwMode="auto">
          <a:xfrm>
            <a:off x="490538" y="773113"/>
            <a:ext cx="738187" cy="474662"/>
            <a:chOff x="309" y="487"/>
            <a:chExt cx="465" cy="299"/>
          </a:xfrm>
        </p:grpSpPr>
        <p:sp>
          <p:nvSpPr>
            <p:cNvPr id="63502" name="Rectangle 5">
              <a:extLst>
                <a:ext uri="{FF2B5EF4-FFF2-40B4-BE49-F238E27FC236}">
                  <a16:creationId xmlns:a16="http://schemas.microsoft.com/office/drawing/2014/main" id="{AB7B68A7-1552-C6F5-B4D3-936F42435240}"/>
                </a:ext>
              </a:extLst>
            </p:cNvPr>
            <p:cNvSpPr>
              <a:spLocks noChangeArrowheads="1"/>
            </p:cNvSpPr>
            <p:nvPr/>
          </p:nvSpPr>
          <p:spPr bwMode="ltGray">
            <a:xfrm>
              <a:off x="309" y="487"/>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63503" name="Rectangle 6">
              <a:extLst>
                <a:ext uri="{FF2B5EF4-FFF2-40B4-BE49-F238E27FC236}">
                  <a16:creationId xmlns:a16="http://schemas.microsoft.com/office/drawing/2014/main" id="{8F28E22F-9C31-4E31-5170-402165FA267B}"/>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grpSp>
      <p:sp>
        <p:nvSpPr>
          <p:cNvPr id="63494" name="Rectangle 7">
            <a:extLst>
              <a:ext uri="{FF2B5EF4-FFF2-40B4-BE49-F238E27FC236}">
                <a16:creationId xmlns:a16="http://schemas.microsoft.com/office/drawing/2014/main" id="{09D54326-827E-4EFD-5C58-C6B0C61C9F80}"/>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63495" name="Rectangle 8">
            <a:extLst>
              <a:ext uri="{FF2B5EF4-FFF2-40B4-BE49-F238E27FC236}">
                <a16:creationId xmlns:a16="http://schemas.microsoft.com/office/drawing/2014/main" id="{EAA2B9BE-A38C-5FEC-1C32-CCFE3A5C07A0}"/>
              </a:ext>
            </a:extLst>
          </p:cNvPr>
          <p:cNvSpPr>
            <a:spLocks noChangeArrowheads="1"/>
          </p:cNvSpPr>
          <p:nvPr/>
        </p:nvSpPr>
        <p:spPr bwMode="gray">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63496" name="Rectangle 9">
            <a:extLst>
              <a:ext uri="{FF2B5EF4-FFF2-40B4-BE49-F238E27FC236}">
                <a16:creationId xmlns:a16="http://schemas.microsoft.com/office/drawing/2014/main" id="{A3D67362-7A0E-A838-0096-0C47099E2BEB}"/>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63497" name="Rectangle 10">
            <a:extLst>
              <a:ext uri="{FF2B5EF4-FFF2-40B4-BE49-F238E27FC236}">
                <a16:creationId xmlns:a16="http://schemas.microsoft.com/office/drawing/2014/main" id="{62AF3CCD-13CF-753D-9D43-A853713AF2BD}"/>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endParaRPr lang="en-US" altLang="en-US"/>
          </a:p>
        </p:txBody>
      </p:sp>
      <p:sp>
        <p:nvSpPr>
          <p:cNvPr id="63498" name="Rectangle 11">
            <a:extLst>
              <a:ext uri="{FF2B5EF4-FFF2-40B4-BE49-F238E27FC236}">
                <a16:creationId xmlns:a16="http://schemas.microsoft.com/office/drawing/2014/main" id="{48DC5F4D-9548-78F9-FB64-A17299A9F4AC}"/>
              </a:ext>
            </a:extLst>
          </p:cNvPr>
          <p:cNvSpPr>
            <a:spLocks noChangeArrowheads="1"/>
          </p:cNvSpPr>
          <p:nvPr/>
        </p:nvSpPr>
        <p:spPr bwMode="auto">
          <a:xfrm>
            <a:off x="228600" y="1295400"/>
            <a:ext cx="85344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r>
              <a:rPr lang="en-US" altLang="en-US" baseline="0">
                <a:solidFill>
                  <a:schemeClr val="hlink"/>
                </a:solidFill>
              </a:rPr>
              <a:t>Solution</a:t>
            </a:r>
          </a:p>
          <a:p>
            <a:pPr algn="just"/>
            <a:r>
              <a:rPr lang="en-US" altLang="en-US" baseline="0"/>
              <a:t>Let </a:t>
            </a:r>
            <a:r>
              <a:rPr lang="en-US" altLang="en-US" baseline="0">
                <a:solidFill>
                  <a:schemeClr val="hlink"/>
                </a:solidFill>
              </a:rPr>
              <a:t>f</a:t>
            </a:r>
            <a:r>
              <a:rPr lang="en-US" altLang="en-US" baseline="-14000">
                <a:solidFill>
                  <a:schemeClr val="hlink"/>
                </a:solidFill>
              </a:rPr>
              <a:t>h</a:t>
            </a:r>
            <a:r>
              <a:rPr lang="en-US" altLang="en-US" baseline="0"/>
              <a:t> be the highest frequency, </a:t>
            </a:r>
            <a:r>
              <a:rPr lang="en-US" altLang="en-US" baseline="0">
                <a:solidFill>
                  <a:schemeClr val="hlink"/>
                </a:solidFill>
              </a:rPr>
              <a:t>f</a:t>
            </a:r>
            <a:r>
              <a:rPr lang="en-US" altLang="en-US" baseline="-14000">
                <a:solidFill>
                  <a:schemeClr val="hlink"/>
                </a:solidFill>
              </a:rPr>
              <a:t>l</a:t>
            </a:r>
            <a:r>
              <a:rPr lang="en-US" altLang="en-US" baseline="0"/>
              <a:t> the lowest frequency, and </a:t>
            </a:r>
            <a:r>
              <a:rPr lang="en-US" altLang="en-US" baseline="0">
                <a:solidFill>
                  <a:schemeClr val="hlink"/>
                </a:solidFill>
              </a:rPr>
              <a:t>B</a:t>
            </a:r>
            <a:r>
              <a:rPr lang="en-US" altLang="en-US" baseline="0"/>
              <a:t> the bandwidth. Then</a:t>
            </a:r>
          </a:p>
        </p:txBody>
      </p:sp>
      <p:sp>
        <p:nvSpPr>
          <p:cNvPr id="63499" name="Text Box 12">
            <a:extLst>
              <a:ext uri="{FF2B5EF4-FFF2-40B4-BE49-F238E27FC236}">
                <a16:creationId xmlns:a16="http://schemas.microsoft.com/office/drawing/2014/main" id="{508BCAD6-9868-DCB6-72E0-2F3B49B19143}"/>
              </a:ext>
            </a:extLst>
          </p:cNvPr>
          <p:cNvSpPr txBox="1">
            <a:spLocks noChangeArrowheads="1"/>
          </p:cNvSpPr>
          <p:nvPr/>
        </p:nvSpPr>
        <p:spPr bwMode="auto">
          <a:xfrm>
            <a:off x="1143000" y="182563"/>
            <a:ext cx="24876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sz="3200" baseline="0">
                <a:solidFill>
                  <a:schemeClr val="hlink"/>
                </a:solidFill>
              </a:rPr>
              <a:t>Example 3.10</a:t>
            </a:r>
          </a:p>
        </p:txBody>
      </p:sp>
      <p:pic>
        <p:nvPicPr>
          <p:cNvPr id="63500" name="Picture 14">
            <a:extLst>
              <a:ext uri="{FF2B5EF4-FFF2-40B4-BE49-F238E27FC236}">
                <a16:creationId xmlns:a16="http://schemas.microsoft.com/office/drawing/2014/main" id="{EEB60C0C-4B1E-6EE3-8319-A990673DA3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9738" y="3073400"/>
            <a:ext cx="3843337" cy="458788"/>
          </a:xfrm>
          <a:prstGeom prst="rect">
            <a:avLst/>
          </a:prstGeom>
          <a:noFill/>
          <a:ln w="57150">
            <a:solidFill>
              <a:srgbClr val="3366FF"/>
            </a:solidFill>
            <a:miter lim="800000"/>
            <a:headEnd/>
            <a:tailEnd/>
          </a:ln>
          <a:extLst>
            <a:ext uri="{909E8E84-426E-40DD-AFC4-6F175D3DCCD1}">
              <a14:hiddenFill xmlns:a14="http://schemas.microsoft.com/office/drawing/2010/main">
                <a:solidFill>
                  <a:srgbClr val="FFFFFF"/>
                </a:solidFill>
              </a14:hiddenFill>
            </a:ext>
          </a:extLst>
        </p:spPr>
      </p:pic>
      <p:sp>
        <p:nvSpPr>
          <p:cNvPr id="63501" name="Rectangle 15">
            <a:extLst>
              <a:ext uri="{FF2B5EF4-FFF2-40B4-BE49-F238E27FC236}">
                <a16:creationId xmlns:a16="http://schemas.microsoft.com/office/drawing/2014/main" id="{5C3249A9-3FB9-7C11-E94C-A2D261694B7B}"/>
              </a:ext>
            </a:extLst>
          </p:cNvPr>
          <p:cNvSpPr>
            <a:spLocks noChangeArrowheads="1"/>
          </p:cNvSpPr>
          <p:nvPr/>
        </p:nvSpPr>
        <p:spPr bwMode="auto">
          <a:xfrm>
            <a:off x="0" y="3849688"/>
            <a:ext cx="85344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r>
              <a:rPr lang="en-US" altLang="en-US" baseline="0"/>
              <a:t>The spectrum has only five spikes, at 100, 300, 500, 700, and 900 Hz (see Figure 3.13).</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Number Placeholder 1">
            <a:extLst>
              <a:ext uri="{FF2B5EF4-FFF2-40B4-BE49-F238E27FC236}">
                <a16:creationId xmlns:a16="http://schemas.microsoft.com/office/drawing/2014/main" id="{9F3E77F6-48D7-858B-5E17-47E7073AC31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sz="2000" i="0" baseline="0">
                <a:latin typeface="Arial" panose="020B0604020202020204" pitchFamily="34" charset="0"/>
              </a:rPr>
              <a:t>3.</a:t>
            </a:r>
            <a:fld id="{E6461776-98CB-446A-8B6B-177E927935A8}" type="slidenum">
              <a:rPr lang="en-US" altLang="en-US" sz="2000" i="0" baseline="0" smtClean="0">
                <a:latin typeface="Arial" panose="020B0604020202020204" pitchFamily="34" charset="0"/>
              </a:rPr>
              <a:pPr/>
              <a:t>30</a:t>
            </a:fld>
            <a:endParaRPr lang="en-US" altLang="en-US" sz="2000" i="0" baseline="0">
              <a:latin typeface="Arial" panose="020B0604020202020204" pitchFamily="34" charset="0"/>
            </a:endParaRPr>
          </a:p>
        </p:txBody>
      </p:sp>
      <p:sp>
        <p:nvSpPr>
          <p:cNvPr id="65539" name="Line 2">
            <a:extLst>
              <a:ext uri="{FF2B5EF4-FFF2-40B4-BE49-F238E27FC236}">
                <a16:creationId xmlns:a16="http://schemas.microsoft.com/office/drawing/2014/main" id="{EA63C764-FCC7-CA2C-EEC3-2EB5FA6B040A}"/>
              </a:ext>
            </a:extLst>
          </p:cNvPr>
          <p:cNvSpPr>
            <a:spLocks noChangeShapeType="1"/>
          </p:cNvSpPr>
          <p:nvPr/>
        </p:nvSpPr>
        <p:spPr bwMode="auto">
          <a:xfrm>
            <a:off x="152400" y="228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5540" name="Line 3">
            <a:extLst>
              <a:ext uri="{FF2B5EF4-FFF2-40B4-BE49-F238E27FC236}">
                <a16:creationId xmlns:a16="http://schemas.microsoft.com/office/drawing/2014/main" id="{9596A672-4D96-2AE5-4A0E-E453B66DCEFA}"/>
              </a:ext>
            </a:extLst>
          </p:cNvPr>
          <p:cNvSpPr>
            <a:spLocks noChangeShapeType="1"/>
          </p:cNvSpPr>
          <p:nvPr/>
        </p:nvSpPr>
        <p:spPr bwMode="auto">
          <a:xfrm>
            <a:off x="152400" y="10668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5541" name="Text Box 4">
            <a:extLst>
              <a:ext uri="{FF2B5EF4-FFF2-40B4-BE49-F238E27FC236}">
                <a16:creationId xmlns:a16="http://schemas.microsoft.com/office/drawing/2014/main" id="{129EBA58-2825-F57D-D1FA-7E0B8ADE9452}"/>
              </a:ext>
            </a:extLst>
          </p:cNvPr>
          <p:cNvSpPr txBox="1">
            <a:spLocks noChangeArrowheads="1"/>
          </p:cNvSpPr>
          <p:nvPr/>
        </p:nvSpPr>
        <p:spPr bwMode="auto">
          <a:xfrm>
            <a:off x="304800" y="457200"/>
            <a:ext cx="5256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sz="2400" i="0" baseline="0">
                <a:solidFill>
                  <a:schemeClr val="folHlink"/>
                </a:solidFill>
              </a:rPr>
              <a:t>Figure 3.13  </a:t>
            </a:r>
            <a:r>
              <a:rPr lang="en-US" altLang="en-US" sz="2000" baseline="0"/>
              <a:t>The bandwidth for Example 3.10</a:t>
            </a:r>
          </a:p>
        </p:txBody>
      </p:sp>
      <p:sp>
        <p:nvSpPr>
          <p:cNvPr id="65542" name="Line 5">
            <a:extLst>
              <a:ext uri="{FF2B5EF4-FFF2-40B4-BE49-F238E27FC236}">
                <a16:creationId xmlns:a16="http://schemas.microsoft.com/office/drawing/2014/main" id="{C4FCF01A-C324-9143-811D-04F668D75D36}"/>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pic>
        <p:nvPicPr>
          <p:cNvPr id="65543" name="Picture 6">
            <a:extLst>
              <a:ext uri="{FF2B5EF4-FFF2-40B4-BE49-F238E27FC236}">
                <a16:creationId xmlns:a16="http://schemas.microsoft.com/office/drawing/2014/main" id="{68A43348-FAC2-458F-F70B-72D2428366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4275" y="2430463"/>
            <a:ext cx="6929438" cy="230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Number Placeholder 1">
            <a:extLst>
              <a:ext uri="{FF2B5EF4-FFF2-40B4-BE49-F238E27FC236}">
                <a16:creationId xmlns:a16="http://schemas.microsoft.com/office/drawing/2014/main" id="{1B4ADAA5-151B-E325-C91E-1071A3F62EA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sz="2000" i="0" baseline="0">
                <a:latin typeface="Arial" panose="020B0604020202020204" pitchFamily="34" charset="0"/>
              </a:rPr>
              <a:t>3.</a:t>
            </a:r>
            <a:fld id="{19F8995B-22C3-432B-BB15-B75C82E6007F}" type="slidenum">
              <a:rPr lang="en-US" altLang="en-US" sz="2000" i="0" baseline="0" smtClean="0">
                <a:latin typeface="Arial" panose="020B0604020202020204" pitchFamily="34" charset="0"/>
              </a:rPr>
              <a:pPr/>
              <a:t>31</a:t>
            </a:fld>
            <a:endParaRPr lang="en-US" altLang="en-US" sz="2000" i="0" baseline="0">
              <a:latin typeface="Arial" panose="020B0604020202020204" pitchFamily="34" charset="0"/>
            </a:endParaRPr>
          </a:p>
        </p:txBody>
      </p:sp>
      <p:sp>
        <p:nvSpPr>
          <p:cNvPr id="67587" name="Rectangle 2">
            <a:extLst>
              <a:ext uri="{FF2B5EF4-FFF2-40B4-BE49-F238E27FC236}">
                <a16:creationId xmlns:a16="http://schemas.microsoft.com/office/drawing/2014/main" id="{A4803AA1-9D20-6318-D5F6-EA948BB171F6}"/>
              </a:ext>
            </a:extLst>
          </p:cNvPr>
          <p:cNvSpPr>
            <a:spLocks noChangeArrowheads="1"/>
          </p:cNvSpPr>
          <p:nvPr/>
        </p:nvSpPr>
        <p:spPr bwMode="ltGray">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67588" name="Rectangle 3">
            <a:extLst>
              <a:ext uri="{FF2B5EF4-FFF2-40B4-BE49-F238E27FC236}">
                <a16:creationId xmlns:a16="http://schemas.microsoft.com/office/drawing/2014/main" id="{CB41EC1D-1483-4F00-8308-44F88C94D82D}"/>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grpSp>
        <p:nvGrpSpPr>
          <p:cNvPr id="67589" name="Group 4">
            <a:extLst>
              <a:ext uri="{FF2B5EF4-FFF2-40B4-BE49-F238E27FC236}">
                <a16:creationId xmlns:a16="http://schemas.microsoft.com/office/drawing/2014/main" id="{F4FEED4F-6DA0-DC1E-232B-EB84144CF3BD}"/>
              </a:ext>
            </a:extLst>
          </p:cNvPr>
          <p:cNvGrpSpPr>
            <a:grpSpLocks/>
          </p:cNvGrpSpPr>
          <p:nvPr/>
        </p:nvGrpSpPr>
        <p:grpSpPr bwMode="auto">
          <a:xfrm>
            <a:off x="490538" y="773113"/>
            <a:ext cx="738187" cy="474662"/>
            <a:chOff x="309" y="487"/>
            <a:chExt cx="465" cy="299"/>
          </a:xfrm>
        </p:grpSpPr>
        <p:sp>
          <p:nvSpPr>
            <p:cNvPr id="67596" name="Rectangle 5">
              <a:extLst>
                <a:ext uri="{FF2B5EF4-FFF2-40B4-BE49-F238E27FC236}">
                  <a16:creationId xmlns:a16="http://schemas.microsoft.com/office/drawing/2014/main" id="{712503D6-92E2-70DE-63E8-F3B9B5D5D192}"/>
                </a:ext>
              </a:extLst>
            </p:cNvPr>
            <p:cNvSpPr>
              <a:spLocks noChangeArrowheads="1"/>
            </p:cNvSpPr>
            <p:nvPr/>
          </p:nvSpPr>
          <p:spPr bwMode="ltGray">
            <a:xfrm>
              <a:off x="309" y="487"/>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67597" name="Rectangle 6">
              <a:extLst>
                <a:ext uri="{FF2B5EF4-FFF2-40B4-BE49-F238E27FC236}">
                  <a16:creationId xmlns:a16="http://schemas.microsoft.com/office/drawing/2014/main" id="{5DB3878D-7CA0-131E-9277-AB63CE7686B9}"/>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grpSp>
      <p:sp>
        <p:nvSpPr>
          <p:cNvPr id="67590" name="Rectangle 7">
            <a:extLst>
              <a:ext uri="{FF2B5EF4-FFF2-40B4-BE49-F238E27FC236}">
                <a16:creationId xmlns:a16="http://schemas.microsoft.com/office/drawing/2014/main" id="{CE057A51-EF74-9180-AF14-1D121D170554}"/>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67591" name="Rectangle 8">
            <a:extLst>
              <a:ext uri="{FF2B5EF4-FFF2-40B4-BE49-F238E27FC236}">
                <a16:creationId xmlns:a16="http://schemas.microsoft.com/office/drawing/2014/main" id="{282FC9EB-4C67-B8D0-D27E-DCB42CC27947}"/>
              </a:ext>
            </a:extLst>
          </p:cNvPr>
          <p:cNvSpPr>
            <a:spLocks noChangeArrowheads="1"/>
          </p:cNvSpPr>
          <p:nvPr/>
        </p:nvSpPr>
        <p:spPr bwMode="gray">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67592" name="Rectangle 9">
            <a:extLst>
              <a:ext uri="{FF2B5EF4-FFF2-40B4-BE49-F238E27FC236}">
                <a16:creationId xmlns:a16="http://schemas.microsoft.com/office/drawing/2014/main" id="{15393536-E44E-D1EC-F05F-B42BE71C5754}"/>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67593" name="Rectangle 10">
            <a:extLst>
              <a:ext uri="{FF2B5EF4-FFF2-40B4-BE49-F238E27FC236}">
                <a16:creationId xmlns:a16="http://schemas.microsoft.com/office/drawing/2014/main" id="{7CB373EF-47A3-6F0A-8BA4-6C17267B9AA9}"/>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endParaRPr lang="en-US" altLang="en-US"/>
          </a:p>
        </p:txBody>
      </p:sp>
      <p:sp>
        <p:nvSpPr>
          <p:cNvPr id="67594" name="Rectangle 11">
            <a:extLst>
              <a:ext uri="{FF2B5EF4-FFF2-40B4-BE49-F238E27FC236}">
                <a16:creationId xmlns:a16="http://schemas.microsoft.com/office/drawing/2014/main" id="{ABE6022B-1AAD-80BB-28E5-B85320C6BAA2}"/>
              </a:ext>
            </a:extLst>
          </p:cNvPr>
          <p:cNvSpPr>
            <a:spLocks noChangeArrowheads="1"/>
          </p:cNvSpPr>
          <p:nvPr/>
        </p:nvSpPr>
        <p:spPr bwMode="auto">
          <a:xfrm>
            <a:off x="228600" y="1447800"/>
            <a:ext cx="8534400"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r>
              <a:rPr lang="en-US" altLang="en-US" baseline="0"/>
              <a:t>A nonperiodic composite signal has a bandwidth of 200 kHz, with a middle frequency of 140 kHz and peak amplitude of 20 V. The two extreme frequencies have an amplitude of 0. Draw the frequency domain of the signal.</a:t>
            </a:r>
          </a:p>
          <a:p>
            <a:pPr algn="just"/>
            <a:endParaRPr lang="en-US" altLang="en-US" baseline="0"/>
          </a:p>
        </p:txBody>
      </p:sp>
      <p:sp>
        <p:nvSpPr>
          <p:cNvPr id="67595" name="Text Box 12">
            <a:extLst>
              <a:ext uri="{FF2B5EF4-FFF2-40B4-BE49-F238E27FC236}">
                <a16:creationId xmlns:a16="http://schemas.microsoft.com/office/drawing/2014/main" id="{106711EF-4BA8-D543-7C5E-7AFB29A1673C}"/>
              </a:ext>
            </a:extLst>
          </p:cNvPr>
          <p:cNvSpPr txBox="1">
            <a:spLocks noChangeArrowheads="1"/>
          </p:cNvSpPr>
          <p:nvPr/>
        </p:nvSpPr>
        <p:spPr bwMode="auto">
          <a:xfrm>
            <a:off x="1143000" y="182563"/>
            <a:ext cx="24876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sz="3200" baseline="0">
                <a:solidFill>
                  <a:schemeClr val="hlink"/>
                </a:solidFill>
              </a:rPr>
              <a:t>Example 3.12</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Number Placeholder 1">
            <a:extLst>
              <a:ext uri="{FF2B5EF4-FFF2-40B4-BE49-F238E27FC236}">
                <a16:creationId xmlns:a16="http://schemas.microsoft.com/office/drawing/2014/main" id="{D00838AE-B02D-8989-23D9-19DD3109149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sz="2000" i="0" baseline="0">
                <a:latin typeface="Arial" panose="020B0604020202020204" pitchFamily="34" charset="0"/>
              </a:rPr>
              <a:t>3.</a:t>
            </a:r>
            <a:fld id="{0AD51890-7873-4F07-9D31-6BAABA6B442C}" type="slidenum">
              <a:rPr lang="en-US" altLang="en-US" sz="2000" i="0" baseline="0" smtClean="0">
                <a:latin typeface="Arial" panose="020B0604020202020204" pitchFamily="34" charset="0"/>
              </a:rPr>
              <a:pPr/>
              <a:t>32</a:t>
            </a:fld>
            <a:endParaRPr lang="en-US" altLang="en-US" sz="2000" i="0" baseline="0">
              <a:latin typeface="Arial" panose="020B0604020202020204" pitchFamily="34" charset="0"/>
            </a:endParaRPr>
          </a:p>
        </p:txBody>
      </p:sp>
      <p:sp>
        <p:nvSpPr>
          <p:cNvPr id="69635" name="Line 2">
            <a:extLst>
              <a:ext uri="{FF2B5EF4-FFF2-40B4-BE49-F238E27FC236}">
                <a16:creationId xmlns:a16="http://schemas.microsoft.com/office/drawing/2014/main" id="{8737B2AB-8CE9-8BAF-821B-1CB36C5E98B0}"/>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9636" name="Line 3">
            <a:extLst>
              <a:ext uri="{FF2B5EF4-FFF2-40B4-BE49-F238E27FC236}">
                <a16:creationId xmlns:a16="http://schemas.microsoft.com/office/drawing/2014/main" id="{4442D245-77A2-C494-D848-114B85426218}"/>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9637" name="Text Box 4">
            <a:extLst>
              <a:ext uri="{FF2B5EF4-FFF2-40B4-BE49-F238E27FC236}">
                <a16:creationId xmlns:a16="http://schemas.microsoft.com/office/drawing/2014/main" id="{26EDA617-CF72-1449-E99D-18B2D1208629}"/>
              </a:ext>
            </a:extLst>
          </p:cNvPr>
          <p:cNvSpPr txBox="1">
            <a:spLocks noChangeArrowheads="1"/>
          </p:cNvSpPr>
          <p:nvPr/>
        </p:nvSpPr>
        <p:spPr bwMode="auto">
          <a:xfrm>
            <a:off x="304800" y="762000"/>
            <a:ext cx="5256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en-US" sz="2400" i="0" baseline="0">
                <a:solidFill>
                  <a:schemeClr val="folHlink"/>
                </a:solidFill>
              </a:rPr>
              <a:t>Figure 3.15  </a:t>
            </a:r>
            <a:r>
              <a:rPr lang="en-US" altLang="en-US" sz="2000" baseline="0"/>
              <a:t>The bandwidth for Example 3.12</a:t>
            </a:r>
          </a:p>
        </p:txBody>
      </p:sp>
      <p:sp>
        <p:nvSpPr>
          <p:cNvPr id="69638" name="Line 5">
            <a:extLst>
              <a:ext uri="{FF2B5EF4-FFF2-40B4-BE49-F238E27FC236}">
                <a16:creationId xmlns:a16="http://schemas.microsoft.com/office/drawing/2014/main" id="{CA6706DE-3C62-304C-5510-6F72CACA109A}"/>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pic>
        <p:nvPicPr>
          <p:cNvPr id="69639" name="Picture 6">
            <a:extLst>
              <a:ext uri="{FF2B5EF4-FFF2-40B4-BE49-F238E27FC236}">
                <a16:creationId xmlns:a16="http://schemas.microsoft.com/office/drawing/2014/main" id="{C9EC1275-35F7-A876-C514-4E3089602E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3386138"/>
            <a:ext cx="8135938" cy="221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40" name="Rectangle 1">
            <a:extLst>
              <a:ext uri="{FF2B5EF4-FFF2-40B4-BE49-F238E27FC236}">
                <a16:creationId xmlns:a16="http://schemas.microsoft.com/office/drawing/2014/main" id="{812C81C9-654B-9FFF-40B8-24DF9058C6D1}"/>
              </a:ext>
            </a:extLst>
          </p:cNvPr>
          <p:cNvSpPr>
            <a:spLocks noChangeArrowheads="1"/>
          </p:cNvSpPr>
          <p:nvPr/>
        </p:nvSpPr>
        <p:spPr bwMode="auto">
          <a:xfrm>
            <a:off x="990600" y="1457325"/>
            <a:ext cx="7602538"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r>
              <a:rPr lang="en-US" altLang="en-US" baseline="0">
                <a:solidFill>
                  <a:schemeClr val="hlink"/>
                </a:solidFill>
              </a:rPr>
              <a:t>Solution</a:t>
            </a:r>
          </a:p>
          <a:p>
            <a:pPr algn="just"/>
            <a:r>
              <a:rPr lang="en-US" altLang="en-US" baseline="0"/>
              <a:t>The lowest frequency must be at 40 kHz and the highest at 240 kHz. Figure 3.15 shows the frequency domain and the bandwidth.</a:t>
            </a:r>
          </a:p>
        </p:txBody>
      </p:sp>
    </p:spTree>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1" i="1" u="none" strike="noStrike" cap="none" normalizeH="0" baseline="-1800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1" i="1" u="none" strike="noStrike" cap="none" normalizeH="0" baseline="-18000" smtClean="0">
            <a:ln>
              <a:noFill/>
            </a:ln>
            <a:solidFill>
              <a:schemeClr val="tx1"/>
            </a:solidFill>
            <a:effectLst/>
            <a:latin typeface="Times New Roman" pitchFamily="18"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8736</TotalTime>
  <Words>893</Words>
  <Application>Microsoft Office PowerPoint</Application>
  <PresentationFormat>On-screen Show (4:3)</PresentationFormat>
  <Paragraphs>153</Paragraphs>
  <Slides>32</Slides>
  <Notes>32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McGrawHill-Italic</vt:lpstr>
      <vt:lpstr>Tahoma</vt:lpstr>
      <vt:lpstr>Times New Roman</vt:lpstr>
      <vt:lpstr>Wingdings</vt:lpstr>
      <vt:lpstr>Blends</vt:lpstr>
      <vt:lpstr>PowerPoint Presentation</vt:lpstr>
      <vt:lpstr>Data and Signals</vt:lpstr>
      <vt:lpstr>Analog vs. Digital Signals</vt:lpstr>
      <vt:lpstr>PowerPoint Presentation</vt:lpstr>
      <vt:lpstr>Time domain concepts </vt:lpstr>
      <vt:lpstr>Time domain concepts </vt:lpstr>
      <vt:lpstr>PowerPoint Presentation</vt:lpstr>
      <vt:lpstr>Periodic analog Signal Properties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dc:title>
  <dc:creator>Valued Gateway Client</dc:creator>
  <cp:lastModifiedBy>Hemlata Parmar [MU - Jaipur]</cp:lastModifiedBy>
  <cp:revision>214</cp:revision>
  <dcterms:created xsi:type="dcterms:W3CDTF">2000-01-15T04:50:39Z</dcterms:created>
  <dcterms:modified xsi:type="dcterms:W3CDTF">2026-07-27T17:14:22Z</dcterms:modified>
</cp:coreProperties>
</file>