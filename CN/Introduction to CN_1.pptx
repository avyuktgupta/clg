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5989"/>
            <a:ext cx="9144000" cy="1303973"/>
          </a:xfrm>
        </p:spPr>
        <p:txBody>
          <a:bodyPr/>
          <a:lstStyle/>
          <a:p>
            <a:r>
              <a:t>Computer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CSE3101  ·  Lecture 1 — Introduction &amp; Motivation</a:t>
            </a: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Course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Introduction, history, and development of computer networks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Layered architecture — the OSI Model and TCP/IP Model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Application Layer: basic communication applications and protocols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Transport Layer: services, protocols, and reliable protocol design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Network Layer: services, routing algorithms, addressing, sub-networks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Link Layer: channel access, addressing, interconnection devices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Physical Layer: physical media, data communication basics, line encoding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Wireless LAN, IEEE 802.11, 3G/4G, and Wireless Sensor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333333"/>
                </a:solidFill>
              </a:rPr>
              <a:t>Reference: Kurose &amp; Ross — Computer Networking: A Top-Down Approach (6e)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333333"/>
                </a:solidFill>
              </a:rPr>
              <a:t>Reference: Tanenbaum — Computer Networks (4e)  ·  Forouzan &amp; Mosharraf — Computer Networks: A Top-Down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What Is a Computer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network is a set of devices (often called nodes) connected by communication links.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node can be a computer, printer, or any other device capable of sending and/or receiving data.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link can be a cable, air, optical fiber, or any medium that can carry a signal carrying information.</a:t>
            </a:r>
          </a:p>
        </p:txBody>
      </p:sp>
      <p:pic>
        <p:nvPicPr>
          <p:cNvPr id="4" name="Picture 3" descr="img_networ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99416"/>
            <a:ext cx="4480560" cy="2990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Layers of Identification on a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Network — identified using the Network ID (NetId)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Host — identified using the Host ID (HostId)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Process — identified using the Port Number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Together, NetId + HostId form the device's IP address (e.g. 192.68.42.42)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Application-layer protocols such as DNS, HTTP, and SMTP operate on top of this addressing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DNS converts a human-readable name into an IP address — this adds a small overhead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Network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Performance: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Depends on the network elements involved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Measured in terms of delay and throughput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Reliability: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Failure rate of network components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Measured in terms of availability and robustness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Security: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Protecting data from corruption or loss due to errors or malicious users</a:t>
            </a:r>
          </a:p>
        </p:txBody>
      </p:sp>
      <p:pic>
        <p:nvPicPr>
          <p:cNvPr id="4" name="Picture 3" descr="img_criteri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99416"/>
            <a:ext cx="4480560" cy="2990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Type of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Point-to-Point: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A single transmitter and a single receiver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Multipoint: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Multiple recipients share a single transmission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Physical Topology: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How devices are physically connected to one another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Type of Transmission: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Unicast — web browsing, email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Multicast — online gaming, live webinars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Broadcast — Wi-Fi setup, telecast</a:t>
            </a:r>
          </a:p>
        </p:txBody>
      </p:sp>
      <p:pic>
        <p:nvPicPr>
          <p:cNvPr id="4" name="Picture 3" descr="img_conn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34602"/>
            <a:ext cx="448056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protocol is synonymous with a rule.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It consists of a set of rules that govern data communication.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It determines what is communicated, how it is communicated, and when it is communicated.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The key elements of a protocol are syntax, semantics, and timing.</a:t>
            </a:r>
          </a:p>
        </p:txBody>
      </p:sp>
      <p:pic>
        <p:nvPicPr>
          <p:cNvPr id="4" name="Picture 3" descr="img_protoco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34602"/>
            <a:ext cx="448056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Elements of a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156082"/>
                </a:solidFill>
              </a:rPr>
              <a:t>Syntax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Structure or format of the data.
Indicates how to read the bits — field delineation.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E97132"/>
                </a:solidFill>
              </a:rPr>
              <a:t>Semantics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Interprets the meaning of the bits.
Knows which fields define what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196B24"/>
                </a:solidFill>
              </a:rPr>
              <a:t>Timing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When data should be sent, and at what speed —
and when it is expected to be received.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Motivation: The Information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Today's economy is built not just on creating, distributing, and retailing goods —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— but increasingly on creating, distributing, and retailing information itself.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The future economy is likely to be dominated by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What Is Information?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Everyday information takes many forms: books, bills, CDs, and more.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It can exist in analog form (atoms) or digital form (bits).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Converting information from atoms to bits lets us use networks to move it — instead of moving physical atoms.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This conversion is the foundation of modern data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The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Represent all types of information as bits.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Move those bits: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In large quantities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Everywhere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Cheaply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Securely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With guaranteed quality of service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Today's Networks Are Complex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Modern networks already involve many interconnected systems, protocols, and devices.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Tomorrow's networks will be even more complex.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This course's challenge: build a solid foundation for understanding how it all fits together — layer by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Physical Layer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Ridhi Arora [MU - Jaipur]</cp:lastModifiedBy>
  <cp:revision>10</cp:revision>
  <dcterms:created xsi:type="dcterms:W3CDTF">2025-10-01T15:47:58Z</dcterms:created>
  <dcterms:modified xsi:type="dcterms:W3CDTF">2026-07-21T05:20:36Z</dcterms:modified>
</cp:coreProperties>
</file>